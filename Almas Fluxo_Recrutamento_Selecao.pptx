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8"/>
  </p:notesMasterIdLst>
  <p:sldIdLst>
    <p:sldId id="256" r:id="rId2"/>
    <p:sldId id="257" r:id="rId3"/>
    <p:sldId id="258" r:id="rId4"/>
    <p:sldId id="259" r:id="rId5"/>
    <p:sldId id="261" r:id="rId6"/>
    <p:sldId id="263" r:id="rId7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2EE5B38C-B9A7-41FE-9958-340EA157B5C8}" v="3" dt="2026-07-10T14:29:24.761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11" d="100"/>
          <a:sy n="111" d="100"/>
        </p:scale>
        <p:origin x="558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13" Type="http://schemas.microsoft.com/office/2016/11/relationships/changesInfo" Target="changesInfos/changesInfo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Relationship Id="rId14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Natalia Stefani Pedroso Claudino Canteiro" userId="4402df32-e72f-4f3c-b139-56c6ec8f1257" providerId="ADAL" clId="{446E0DE8-9696-4C95-8695-542C38B53044}"/>
    <pc:docChg chg="undo custSel addSld delSld modSld">
      <pc:chgData name="Natalia Stefani Pedroso Claudino Canteiro" userId="4402df32-e72f-4f3c-b139-56c6ec8f1257" providerId="ADAL" clId="{446E0DE8-9696-4C95-8695-542C38B53044}" dt="2026-07-10T14:29:26.911" v="12" actId="47"/>
      <pc:docMkLst>
        <pc:docMk/>
      </pc:docMkLst>
      <pc:sldChg chg="modSp mod">
        <pc:chgData name="Natalia Stefani Pedroso Claudino Canteiro" userId="4402df32-e72f-4f3c-b139-56c6ec8f1257" providerId="ADAL" clId="{446E0DE8-9696-4C95-8695-542C38B53044}" dt="2026-07-10T14:23:18.066" v="8" actId="1076"/>
        <pc:sldMkLst>
          <pc:docMk/>
          <pc:sldMk cId="0" sldId="259"/>
        </pc:sldMkLst>
        <pc:spChg chg="mod">
          <ac:chgData name="Natalia Stefani Pedroso Claudino Canteiro" userId="4402df32-e72f-4f3c-b139-56c6ec8f1257" providerId="ADAL" clId="{446E0DE8-9696-4C95-8695-542C38B53044}" dt="2026-07-10T14:23:18.066" v="8" actId="1076"/>
          <ac:spMkLst>
            <pc:docMk/>
            <pc:sldMk cId="0" sldId="259"/>
            <ac:spMk id="19" creationId="{00000000-0000-0000-0000-000000000000}"/>
          </ac:spMkLst>
        </pc:spChg>
      </pc:sldChg>
      <pc:sldChg chg="add del">
        <pc:chgData name="Natalia Stefani Pedroso Claudino Canteiro" userId="4402df32-e72f-4f3c-b139-56c6ec8f1257" providerId="ADAL" clId="{446E0DE8-9696-4C95-8695-542C38B53044}" dt="2026-07-10T14:29:17.751" v="9" actId="47"/>
        <pc:sldMkLst>
          <pc:docMk/>
          <pc:sldMk cId="0" sldId="260"/>
        </pc:sldMkLst>
      </pc:sldChg>
      <pc:sldChg chg="new del">
        <pc:chgData name="Natalia Stefani Pedroso Claudino Canteiro" userId="4402df32-e72f-4f3c-b139-56c6ec8f1257" providerId="ADAL" clId="{446E0DE8-9696-4C95-8695-542C38B53044}" dt="2026-07-10T14:20:47.593" v="2" actId="47"/>
        <pc:sldMkLst>
          <pc:docMk/>
          <pc:sldMk cId="1205745606" sldId="260"/>
        </pc:sldMkLst>
      </pc:sldChg>
      <pc:sldChg chg="add">
        <pc:chgData name="Natalia Stefani Pedroso Claudino Canteiro" userId="4402df32-e72f-4f3c-b139-56c6ec8f1257" providerId="ADAL" clId="{446E0DE8-9696-4C95-8695-542C38B53044}" dt="2026-07-10T14:20:45.676" v="1"/>
        <pc:sldMkLst>
          <pc:docMk/>
          <pc:sldMk cId="0" sldId="261"/>
        </pc:sldMkLst>
      </pc:sldChg>
      <pc:sldChg chg="new del">
        <pc:chgData name="Natalia Stefani Pedroso Claudino Canteiro" userId="4402df32-e72f-4f3c-b139-56c6ec8f1257" providerId="ADAL" clId="{446E0DE8-9696-4C95-8695-542C38B53044}" dt="2026-07-10T14:22:12.486" v="5" actId="47"/>
        <pc:sldMkLst>
          <pc:docMk/>
          <pc:sldMk cId="2524681118" sldId="262"/>
        </pc:sldMkLst>
      </pc:sldChg>
      <pc:sldChg chg="new del">
        <pc:chgData name="Natalia Stefani Pedroso Claudino Canteiro" userId="4402df32-e72f-4f3c-b139-56c6ec8f1257" providerId="ADAL" clId="{446E0DE8-9696-4C95-8695-542C38B53044}" dt="2026-07-10T14:29:26.911" v="12" actId="47"/>
        <pc:sldMkLst>
          <pc:docMk/>
          <pc:sldMk cId="3769179584" sldId="262"/>
        </pc:sldMkLst>
      </pc:sldChg>
      <pc:sldChg chg="add">
        <pc:chgData name="Natalia Stefani Pedroso Claudino Canteiro" userId="4402df32-e72f-4f3c-b139-56c6ec8f1257" providerId="ADAL" clId="{446E0DE8-9696-4C95-8695-542C38B53044}" dt="2026-07-10T14:29:24.758" v="11"/>
        <pc:sldMkLst>
          <pc:docMk/>
          <pc:sldMk cId="0" sldId="263"/>
        </pc:sldMkLst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08276450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480560" cy="6858000"/>
          </a:xfrm>
          <a:prstGeom prst="rect">
            <a:avLst/>
          </a:prstGeom>
          <a:solidFill>
            <a:srgbClr val="16305C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3" name="Shape 1"/>
          <p:cNvSpPr/>
          <p:nvPr/>
        </p:nvSpPr>
        <p:spPr>
          <a:xfrm>
            <a:off x="4480560" y="0"/>
            <a:ext cx="109728" cy="6858000"/>
          </a:xfrm>
          <a:prstGeom prst="rect">
            <a:avLst/>
          </a:prstGeom>
          <a:solidFill>
            <a:schemeClr val="accent2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4" name="Shape 2"/>
          <p:cNvSpPr/>
          <p:nvPr/>
        </p:nvSpPr>
        <p:spPr>
          <a:xfrm>
            <a:off x="3108960" y="-1371600"/>
            <a:ext cx="2743200" cy="2743200"/>
          </a:xfrm>
          <a:prstGeom prst="ellipse">
            <a:avLst/>
          </a:prstGeom>
          <a:solidFill>
            <a:srgbClr val="1F4E9B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5" name="Shape 3"/>
          <p:cNvSpPr/>
          <p:nvPr/>
        </p:nvSpPr>
        <p:spPr>
          <a:xfrm>
            <a:off x="-914400" y="5212080"/>
            <a:ext cx="2194560" cy="2194560"/>
          </a:xfrm>
          <a:prstGeom prst="ellipse">
            <a:avLst/>
          </a:prstGeom>
          <a:solidFill>
            <a:srgbClr val="2E6CC4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6" name="Shape 4"/>
          <p:cNvSpPr/>
          <p:nvPr/>
        </p:nvSpPr>
        <p:spPr>
          <a:xfrm flipH="1">
            <a:off x="1234440" y="2468880"/>
            <a:ext cx="1005840" cy="1005840"/>
          </a:xfrm>
          <a:prstGeom prst="line">
            <a:avLst/>
          </a:prstGeom>
          <a:noFill/>
          <a:ln w="15240">
            <a:solidFill>
              <a:srgbClr val="3E5C8A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pt-BR"/>
          </a:p>
        </p:txBody>
      </p:sp>
      <p:sp>
        <p:nvSpPr>
          <p:cNvPr id="7" name="Shape 5"/>
          <p:cNvSpPr/>
          <p:nvPr/>
        </p:nvSpPr>
        <p:spPr>
          <a:xfrm>
            <a:off x="2240280" y="2468880"/>
            <a:ext cx="1005840" cy="1005840"/>
          </a:xfrm>
          <a:prstGeom prst="line">
            <a:avLst/>
          </a:prstGeom>
          <a:noFill/>
          <a:ln w="15240">
            <a:solidFill>
              <a:srgbClr val="3E5C8A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pt-BR"/>
          </a:p>
        </p:txBody>
      </p:sp>
      <p:sp>
        <p:nvSpPr>
          <p:cNvPr id="8" name="Shape 6"/>
          <p:cNvSpPr/>
          <p:nvPr/>
        </p:nvSpPr>
        <p:spPr>
          <a:xfrm>
            <a:off x="2240280" y="2468880"/>
            <a:ext cx="0" cy="2011680"/>
          </a:xfrm>
          <a:prstGeom prst="line">
            <a:avLst/>
          </a:prstGeom>
          <a:noFill/>
          <a:ln w="15240">
            <a:solidFill>
              <a:srgbClr val="3E5C8A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pt-BR"/>
          </a:p>
        </p:txBody>
      </p:sp>
      <p:sp>
        <p:nvSpPr>
          <p:cNvPr id="9" name="Shape 7"/>
          <p:cNvSpPr/>
          <p:nvPr/>
        </p:nvSpPr>
        <p:spPr>
          <a:xfrm>
            <a:off x="1234440" y="3474720"/>
            <a:ext cx="2011680" cy="0"/>
          </a:xfrm>
          <a:prstGeom prst="line">
            <a:avLst/>
          </a:prstGeom>
          <a:noFill/>
          <a:ln w="15240">
            <a:solidFill>
              <a:srgbClr val="3E5C8A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pt-BR"/>
          </a:p>
        </p:txBody>
      </p:sp>
      <p:sp>
        <p:nvSpPr>
          <p:cNvPr id="10" name="Shape 8"/>
          <p:cNvSpPr/>
          <p:nvPr/>
        </p:nvSpPr>
        <p:spPr>
          <a:xfrm>
            <a:off x="1234440" y="3474720"/>
            <a:ext cx="1005840" cy="1005840"/>
          </a:xfrm>
          <a:prstGeom prst="line">
            <a:avLst/>
          </a:prstGeom>
          <a:noFill/>
          <a:ln w="15240">
            <a:solidFill>
              <a:srgbClr val="3E5C8A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pt-BR"/>
          </a:p>
        </p:txBody>
      </p:sp>
      <p:sp>
        <p:nvSpPr>
          <p:cNvPr id="11" name="Shape 9"/>
          <p:cNvSpPr/>
          <p:nvPr/>
        </p:nvSpPr>
        <p:spPr>
          <a:xfrm flipH="1">
            <a:off x="2240280" y="3474720"/>
            <a:ext cx="1005840" cy="1005840"/>
          </a:xfrm>
          <a:prstGeom prst="line">
            <a:avLst/>
          </a:prstGeom>
          <a:noFill/>
          <a:ln w="15240">
            <a:solidFill>
              <a:srgbClr val="3E5C8A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pt-BR"/>
          </a:p>
        </p:txBody>
      </p:sp>
      <p:sp>
        <p:nvSpPr>
          <p:cNvPr id="12" name="Shape 10"/>
          <p:cNvSpPr/>
          <p:nvPr/>
        </p:nvSpPr>
        <p:spPr>
          <a:xfrm>
            <a:off x="2068830" y="2160270"/>
            <a:ext cx="342900" cy="342900"/>
          </a:xfrm>
          <a:prstGeom prst="ellipse">
            <a:avLst/>
          </a:prstGeom>
          <a:solidFill>
            <a:schemeClr val="accent2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3" name="Shape 11"/>
          <p:cNvSpPr/>
          <p:nvPr/>
        </p:nvSpPr>
        <p:spPr>
          <a:xfrm>
            <a:off x="1965754" y="2521458"/>
            <a:ext cx="617220" cy="388620"/>
          </a:xfrm>
          <a:prstGeom prst="roundRect">
            <a:avLst>
              <a:gd name="adj" fmla="val 41176"/>
            </a:avLst>
          </a:prstGeom>
          <a:solidFill>
            <a:schemeClr val="accent2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4" name="Shape 12"/>
          <p:cNvSpPr/>
          <p:nvPr/>
        </p:nvSpPr>
        <p:spPr>
          <a:xfrm>
            <a:off x="1097280" y="3200400"/>
            <a:ext cx="274320" cy="274320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5" name="Shape 13"/>
          <p:cNvSpPr/>
          <p:nvPr/>
        </p:nvSpPr>
        <p:spPr>
          <a:xfrm>
            <a:off x="987552" y="3456432"/>
            <a:ext cx="493776" cy="310896"/>
          </a:xfrm>
          <a:prstGeom prst="roundRect">
            <a:avLst>
              <a:gd name="adj" fmla="val 41176"/>
            </a:avLst>
          </a:prstGeom>
          <a:solidFill>
            <a:srgbClr val="FFFFFF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6" name="Shape 14"/>
          <p:cNvSpPr/>
          <p:nvPr/>
        </p:nvSpPr>
        <p:spPr>
          <a:xfrm>
            <a:off x="3108960" y="3200400"/>
            <a:ext cx="274320" cy="274320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7" name="Shape 15"/>
          <p:cNvSpPr/>
          <p:nvPr/>
        </p:nvSpPr>
        <p:spPr>
          <a:xfrm>
            <a:off x="2999232" y="3456432"/>
            <a:ext cx="493776" cy="310896"/>
          </a:xfrm>
          <a:prstGeom prst="roundRect">
            <a:avLst>
              <a:gd name="adj" fmla="val 41176"/>
            </a:avLst>
          </a:prstGeom>
          <a:solidFill>
            <a:srgbClr val="FFFFFF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8" name="Shape 16"/>
          <p:cNvSpPr/>
          <p:nvPr/>
        </p:nvSpPr>
        <p:spPr>
          <a:xfrm>
            <a:off x="2096262" y="4199382"/>
            <a:ext cx="288036" cy="288036"/>
          </a:xfrm>
          <a:prstGeom prst="ellipse">
            <a:avLst/>
          </a:prstGeom>
          <a:solidFill>
            <a:srgbClr val="2E6CC4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9" name="Shape 17"/>
          <p:cNvSpPr/>
          <p:nvPr/>
        </p:nvSpPr>
        <p:spPr>
          <a:xfrm>
            <a:off x="1981048" y="4468216"/>
            <a:ext cx="518465" cy="326441"/>
          </a:xfrm>
          <a:prstGeom prst="roundRect">
            <a:avLst>
              <a:gd name="adj" fmla="val 41176"/>
            </a:avLst>
          </a:prstGeom>
          <a:solidFill>
            <a:srgbClr val="2E6CC4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21" name="Text 19"/>
          <p:cNvSpPr/>
          <p:nvPr/>
        </p:nvSpPr>
        <p:spPr>
          <a:xfrm>
            <a:off x="4983480" y="2057400"/>
            <a:ext cx="6675120" cy="173736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lvl="0">
              <a:lnSpc>
                <a:spcPct val="102000"/>
              </a:lnSpc>
              <a:defRPr/>
            </a:pPr>
            <a:r>
              <a:rPr lang="en-US" sz="3600" b="1" dirty="0" err="1">
                <a:solidFill>
                  <a:srgbClr val="2234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Fluxo</a:t>
            </a:r>
            <a:r>
              <a:rPr lang="en-US" sz="3600" b="1" dirty="0">
                <a:solidFill>
                  <a:srgbClr val="2234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do </a:t>
            </a:r>
            <a:r>
              <a:rPr lang="en-US" sz="3600" b="1" dirty="0" err="1">
                <a:solidFill>
                  <a:srgbClr val="2234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Processo</a:t>
            </a:r>
            <a:r>
              <a:rPr lang="en-US" sz="3600" b="1" dirty="0">
                <a:solidFill>
                  <a:srgbClr val="2234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de</a:t>
            </a:r>
            <a:endParaRPr lang="en-US" sz="3600" dirty="0">
              <a:solidFill>
                <a:prstClr val="black"/>
              </a:solidFill>
            </a:endParaRPr>
          </a:p>
          <a:p>
            <a:pPr lvl="0">
              <a:lnSpc>
                <a:spcPct val="102000"/>
              </a:lnSpc>
              <a:defRPr/>
            </a:pPr>
            <a:r>
              <a:rPr lang="en-US" sz="3600" b="1" dirty="0" err="1">
                <a:solidFill>
                  <a:srgbClr val="E45D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Recrutamento</a:t>
            </a:r>
            <a:r>
              <a:rPr lang="en-US" sz="3600" b="1" dirty="0">
                <a:solidFill>
                  <a:srgbClr val="E45D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e </a:t>
            </a:r>
            <a:r>
              <a:rPr lang="en-US" sz="3600" b="1" dirty="0" err="1">
                <a:solidFill>
                  <a:srgbClr val="E45D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Seleção</a:t>
            </a:r>
            <a:endParaRPr lang="en-US" sz="3600" dirty="0">
              <a:solidFill>
                <a:prstClr val="black"/>
              </a:solidFill>
            </a:endParaRPr>
          </a:p>
          <a:p>
            <a:pPr indent="0">
              <a:lnSpc>
                <a:spcPct val="102000"/>
              </a:lnSpc>
              <a:buNone/>
              <a:defRPr/>
            </a:pPr>
            <a:r>
              <a:rPr lang="en-US" sz="3600" b="1" dirty="0">
                <a:solidFill>
                  <a:srgbClr val="2234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&amp; </a:t>
            </a:r>
            <a:r>
              <a:rPr lang="en-US" sz="3600" b="1" dirty="0">
                <a:solidFill>
                  <a:srgbClr val="E45D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Onboarding </a:t>
            </a:r>
            <a:r>
              <a:rPr lang="en-US" sz="3600" b="1" dirty="0" err="1">
                <a:solidFill>
                  <a:srgbClr val="E45D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Admissão</a:t>
            </a:r>
            <a:endParaRPr lang="en-US" sz="3600" b="1" dirty="0">
              <a:solidFill>
                <a:srgbClr val="E45D4A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</p:txBody>
      </p:sp>
      <p:sp>
        <p:nvSpPr>
          <p:cNvPr id="22" name="Shape 20"/>
          <p:cNvSpPr/>
          <p:nvPr/>
        </p:nvSpPr>
        <p:spPr>
          <a:xfrm>
            <a:off x="5029200" y="3886200"/>
            <a:ext cx="1554480" cy="54864"/>
          </a:xfrm>
          <a:prstGeom prst="rect">
            <a:avLst/>
          </a:prstGeom>
          <a:solidFill>
            <a:schemeClr val="accent2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23" name="Text 21"/>
          <p:cNvSpPr/>
          <p:nvPr/>
        </p:nvSpPr>
        <p:spPr>
          <a:xfrm>
            <a:off x="4983480" y="4069080"/>
            <a:ext cx="658368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500" dirty="0">
                <a:solidFill>
                  <a:srgbClr val="6B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Etapas, aprovações, sistemas utilizados e pontos de decisão</a:t>
            </a:r>
            <a:endParaRPr lang="en-US" sz="1500" dirty="0"/>
          </a:p>
        </p:txBody>
      </p:sp>
      <p:sp>
        <p:nvSpPr>
          <p:cNvPr id="24" name="Text 22"/>
          <p:cNvSpPr/>
          <p:nvPr/>
        </p:nvSpPr>
        <p:spPr>
          <a:xfrm>
            <a:off x="4983480" y="6172200"/>
            <a:ext cx="658368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6B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 IS de R&amp;S</a:t>
            </a:r>
            <a:endParaRPr lang="en-US" sz="1000" dirty="0"/>
          </a:p>
        </p:txBody>
      </p:sp>
      <p:pic>
        <p:nvPicPr>
          <p:cNvPr id="29" name="Image 2" descr="/home/deborah-andrade846/PPT---RH/rh/aura_logo_trim.png">
            <a:extLst>
              <a:ext uri="{FF2B5EF4-FFF2-40B4-BE49-F238E27FC236}">
                <a16:creationId xmlns:a16="http://schemas.microsoft.com/office/drawing/2014/main" id="{CBD6640B-33BF-A40C-A740-EEC19D640C8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32720" y="151892"/>
            <a:ext cx="1757680" cy="1028568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6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2642" y="0"/>
            <a:ext cx="12191695" cy="786384"/>
          </a:xfrm>
          <a:prstGeom prst="rect">
            <a:avLst/>
          </a:prstGeom>
          <a:solidFill>
            <a:srgbClr val="16305C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3" name="Shape 1"/>
          <p:cNvSpPr/>
          <p:nvPr/>
        </p:nvSpPr>
        <p:spPr>
          <a:xfrm>
            <a:off x="0" y="786384"/>
            <a:ext cx="12191695" cy="54864"/>
          </a:xfrm>
          <a:prstGeom prst="rect">
            <a:avLst/>
          </a:prstGeom>
          <a:solidFill>
            <a:srgbClr val="E45D4A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4" name="Text 2"/>
          <p:cNvSpPr/>
          <p:nvPr/>
        </p:nvSpPr>
        <p:spPr>
          <a:xfrm>
            <a:off x="365760" y="0"/>
            <a:ext cx="8229600" cy="7863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Fluxo Completo do Processo de Recrutamento e </a:t>
            </a:r>
            <a:r>
              <a:rPr lang="en-US" sz="2000" b="1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Seleção</a:t>
            </a: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– Aura </a:t>
            </a:r>
            <a:r>
              <a:rPr lang="en-US" sz="2000" b="1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Apoena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411480" y="1005840"/>
            <a:ext cx="2788920" cy="82296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/>
          <a:effectLst>
            <a:outerShdw blurRad="63500" dist="31750" dir="5400000" algn="bl" rotWithShape="0">
              <a:srgbClr val="1B2A44">
                <a:alpha val="30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7" name="Shape 5"/>
          <p:cNvSpPr/>
          <p:nvPr/>
        </p:nvSpPr>
        <p:spPr>
          <a:xfrm>
            <a:off x="411480" y="1005840"/>
            <a:ext cx="91440" cy="822960"/>
          </a:xfrm>
          <a:prstGeom prst="rect">
            <a:avLst/>
          </a:prstGeom>
          <a:solidFill>
            <a:srgbClr val="1F4E9B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8" name="Shape 6"/>
          <p:cNvSpPr/>
          <p:nvPr/>
        </p:nvSpPr>
        <p:spPr>
          <a:xfrm>
            <a:off x="594360" y="1124712"/>
            <a:ext cx="402336" cy="402336"/>
          </a:xfrm>
          <a:prstGeom prst="ellipse">
            <a:avLst/>
          </a:prstGeom>
          <a:solidFill>
            <a:srgbClr val="1F4E9B"/>
          </a:solidFill>
          <a:ln/>
          <a:effectLst>
            <a:outerShdw blurRad="63500" dist="31750" dir="5400000" algn="bl" rotWithShape="0">
              <a:srgbClr val="1B2A44">
                <a:alpha val="30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9" name="Text 7"/>
          <p:cNvSpPr/>
          <p:nvPr/>
        </p:nvSpPr>
        <p:spPr>
          <a:xfrm>
            <a:off x="594360" y="1124712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1069848" y="1033272"/>
            <a:ext cx="2039112" cy="76809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150" b="1" dirty="0">
                <a:solidFill>
                  <a:srgbClr val="1630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Requisição de Vaga (RP)</a:t>
            </a:r>
            <a:endParaRPr lang="en-US" sz="1150" dirty="0"/>
          </a:p>
          <a:p>
            <a:pPr marL="0" indent="0" algn="l">
              <a:lnSpc>
                <a:spcPct val="100000"/>
              </a:lnSpc>
              <a:buNone/>
            </a:pPr>
            <a:r>
              <a:rPr lang="en-US" sz="800" b="1" dirty="0">
                <a:solidFill>
                  <a:srgbClr val="6B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Origem: </a:t>
            </a:r>
            <a:r>
              <a:rPr lang="en-US" sz="800" b="1" dirty="0" err="1">
                <a:solidFill>
                  <a:srgbClr val="6B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Pandapé</a:t>
            </a:r>
            <a:endParaRPr lang="en-US" sz="1150" b="1" dirty="0"/>
          </a:p>
          <a:p>
            <a:pPr marL="0" indent="0" algn="l">
              <a:lnSpc>
                <a:spcPct val="100000"/>
              </a:lnSpc>
              <a:buNone/>
            </a:pPr>
            <a:r>
              <a:rPr lang="en-US" sz="800" dirty="0">
                <a:solidFill>
                  <a:srgbClr val="6B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Gestor solicita abertura da vaga</a:t>
            </a:r>
            <a:endParaRPr lang="en-US" sz="1150" dirty="0"/>
          </a:p>
          <a:p>
            <a:pPr marL="0" indent="0" algn="l">
              <a:lnSpc>
                <a:spcPct val="100000"/>
              </a:lnSpc>
              <a:buNone/>
            </a:pPr>
            <a:r>
              <a:rPr lang="en-US" sz="800" dirty="0">
                <a:solidFill>
                  <a:srgbClr val="6B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Cargo · Centro de custo · </a:t>
            </a:r>
            <a:r>
              <a:rPr lang="en-US" sz="800" dirty="0" err="1">
                <a:solidFill>
                  <a:srgbClr val="6B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Escopo</a:t>
            </a:r>
            <a:r>
              <a:rPr lang="en-US" sz="800" dirty="0">
                <a:solidFill>
                  <a:srgbClr val="6B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411480" y="1993392"/>
            <a:ext cx="2788920" cy="786384"/>
          </a:xfrm>
          <a:prstGeom prst="roundRect">
            <a:avLst>
              <a:gd name="adj" fmla="val 10465"/>
            </a:avLst>
          </a:prstGeom>
          <a:solidFill>
            <a:srgbClr val="FFFFFF"/>
          </a:solidFill>
          <a:ln/>
          <a:effectLst>
            <a:outerShdw blurRad="63500" dist="31750" dir="5400000" algn="bl" rotWithShape="0">
              <a:srgbClr val="1B2A44">
                <a:alpha val="30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12" name="Shape 10"/>
          <p:cNvSpPr/>
          <p:nvPr/>
        </p:nvSpPr>
        <p:spPr>
          <a:xfrm>
            <a:off x="411480" y="1993392"/>
            <a:ext cx="91440" cy="786384"/>
          </a:xfrm>
          <a:prstGeom prst="rect">
            <a:avLst/>
          </a:prstGeom>
          <a:solidFill>
            <a:srgbClr val="1F4E9B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3" name="Shape 11"/>
          <p:cNvSpPr/>
          <p:nvPr/>
        </p:nvSpPr>
        <p:spPr>
          <a:xfrm>
            <a:off x="594360" y="2112264"/>
            <a:ext cx="402336" cy="402336"/>
          </a:xfrm>
          <a:prstGeom prst="ellipse">
            <a:avLst/>
          </a:prstGeom>
          <a:solidFill>
            <a:srgbClr val="1F4E9B"/>
          </a:solidFill>
          <a:ln/>
          <a:effectLst>
            <a:outerShdw blurRad="63500" dist="31750" dir="5400000" algn="bl" rotWithShape="0">
              <a:srgbClr val="1B2A44">
                <a:alpha val="30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14" name="Text 12"/>
          <p:cNvSpPr/>
          <p:nvPr/>
        </p:nvSpPr>
        <p:spPr>
          <a:xfrm>
            <a:off x="594360" y="2112264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1069848" y="2020824"/>
            <a:ext cx="2039112" cy="7315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150" b="1" dirty="0">
                <a:solidFill>
                  <a:srgbClr val="1630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Publicação da Vaga</a:t>
            </a:r>
            <a:endParaRPr lang="en-US" sz="1150" dirty="0"/>
          </a:p>
          <a:p>
            <a:pPr marL="0" indent="0" algn="l">
              <a:lnSpc>
                <a:spcPct val="100000"/>
              </a:lnSpc>
              <a:buNone/>
            </a:pPr>
            <a:r>
              <a:rPr lang="en-US" sz="800" dirty="0">
                <a:solidFill>
                  <a:srgbClr val="6B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Publicação na Pandapé</a:t>
            </a:r>
            <a:endParaRPr lang="en-US" sz="1150" dirty="0"/>
          </a:p>
          <a:p>
            <a:pPr marL="0" indent="0" algn="l">
              <a:lnSpc>
                <a:spcPct val="100000"/>
              </a:lnSpc>
              <a:buNone/>
            </a:pPr>
            <a:r>
              <a:rPr lang="en-US" sz="800" dirty="0">
                <a:solidFill>
                  <a:srgbClr val="6B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Assim </a:t>
            </a:r>
            <a:r>
              <a:rPr lang="en-US" sz="800" dirty="0" err="1">
                <a:solidFill>
                  <a:srgbClr val="6B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</a:t>
            </a:r>
            <a:r>
              <a:rPr lang="en-US" sz="800" dirty="0">
                <a:solidFill>
                  <a:srgbClr val="6B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800" dirty="0" err="1">
                <a:solidFill>
                  <a:srgbClr val="6B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recebida</a:t>
            </a:r>
            <a:r>
              <a:rPr lang="en-US" sz="800" dirty="0">
                <a:solidFill>
                  <a:srgbClr val="6B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a RP </a:t>
            </a:r>
            <a:r>
              <a:rPr lang="en-US" sz="800" dirty="0" err="1">
                <a:solidFill>
                  <a:srgbClr val="6B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aprovada</a:t>
            </a:r>
            <a:r>
              <a:rPr lang="en-US" sz="800" dirty="0">
                <a:solidFill>
                  <a:srgbClr val="6B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a </a:t>
            </a:r>
            <a:r>
              <a:rPr lang="en-US" sz="800" dirty="0" err="1">
                <a:solidFill>
                  <a:srgbClr val="6B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vaga</a:t>
            </a:r>
            <a:r>
              <a:rPr lang="en-US" sz="800" dirty="0">
                <a:solidFill>
                  <a:srgbClr val="6B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é </a:t>
            </a:r>
            <a:r>
              <a:rPr lang="en-US" sz="800" dirty="0" err="1">
                <a:solidFill>
                  <a:srgbClr val="6B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divulgada</a:t>
            </a:r>
            <a:r>
              <a:rPr lang="en-US" sz="800" dirty="0">
                <a:solidFill>
                  <a:srgbClr val="6B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1150" dirty="0"/>
          </a:p>
          <a:p>
            <a:pPr marL="0" indent="0" algn="l">
              <a:lnSpc>
                <a:spcPct val="100000"/>
              </a:lnSpc>
              <a:buNone/>
            </a:pPr>
            <a:r>
              <a:rPr lang="en-US" sz="800" dirty="0" err="1">
                <a:solidFill>
                  <a:srgbClr val="6B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Painel</a:t>
            </a:r>
            <a:r>
              <a:rPr lang="en-US" sz="800" dirty="0">
                <a:solidFill>
                  <a:srgbClr val="6B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de Vagas · Pixel Midea · Aura </a:t>
            </a:r>
            <a:r>
              <a:rPr lang="en-US" sz="800" dirty="0" err="1">
                <a:solidFill>
                  <a:srgbClr val="6B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Comunica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411480" y="2944368"/>
            <a:ext cx="2788920" cy="731520"/>
          </a:xfrm>
          <a:prstGeom prst="roundRect">
            <a:avLst>
              <a:gd name="adj" fmla="val 11250"/>
            </a:avLst>
          </a:prstGeom>
          <a:solidFill>
            <a:srgbClr val="FFFFFF"/>
          </a:solidFill>
          <a:ln/>
          <a:effectLst>
            <a:outerShdw blurRad="63500" dist="31750" dir="5400000" algn="bl" rotWithShape="0">
              <a:srgbClr val="1B2A44">
                <a:alpha val="30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17" name="Shape 15"/>
          <p:cNvSpPr/>
          <p:nvPr/>
        </p:nvSpPr>
        <p:spPr>
          <a:xfrm>
            <a:off x="411480" y="2944368"/>
            <a:ext cx="91440" cy="731520"/>
          </a:xfrm>
          <a:prstGeom prst="rect">
            <a:avLst/>
          </a:prstGeom>
          <a:solidFill>
            <a:srgbClr val="1F4E9B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8" name="Shape 16"/>
          <p:cNvSpPr/>
          <p:nvPr/>
        </p:nvSpPr>
        <p:spPr>
          <a:xfrm>
            <a:off x="594360" y="3063240"/>
            <a:ext cx="402336" cy="402336"/>
          </a:xfrm>
          <a:prstGeom prst="ellipse">
            <a:avLst/>
          </a:prstGeom>
          <a:solidFill>
            <a:srgbClr val="1F4E9B"/>
          </a:solidFill>
          <a:ln/>
          <a:effectLst>
            <a:outerShdw blurRad="63500" dist="31750" dir="5400000" algn="bl" rotWithShape="0">
              <a:srgbClr val="1B2A44">
                <a:alpha val="30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19" name="Text 17"/>
          <p:cNvSpPr/>
          <p:nvPr/>
        </p:nvSpPr>
        <p:spPr>
          <a:xfrm>
            <a:off x="594360" y="306324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1069848" y="2971800"/>
            <a:ext cx="2039112" cy="67665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150" b="1" dirty="0">
                <a:solidFill>
                  <a:srgbClr val="1630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Triagem de Currículos</a:t>
            </a:r>
            <a:endParaRPr lang="en-US" sz="1150" dirty="0"/>
          </a:p>
          <a:p>
            <a:pPr marL="0" indent="0" algn="l">
              <a:lnSpc>
                <a:spcPct val="100000"/>
              </a:lnSpc>
              <a:buNone/>
            </a:pPr>
            <a:r>
              <a:rPr lang="en-US" sz="800" dirty="0">
                <a:solidFill>
                  <a:srgbClr val="6B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Avaliação técnica dos currículos</a:t>
            </a:r>
            <a:endParaRPr lang="en-US" sz="1150" dirty="0"/>
          </a:p>
          <a:p>
            <a:pPr marL="0" indent="0" algn="l">
              <a:lnSpc>
                <a:spcPct val="100000"/>
              </a:lnSpc>
              <a:buNone/>
            </a:pPr>
            <a:r>
              <a:rPr lang="en-US" sz="800" dirty="0">
                <a:solidFill>
                  <a:srgbClr val="6B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Compatibilidade com os requisitos</a:t>
            </a:r>
            <a:endParaRPr lang="en-US" sz="1150" dirty="0"/>
          </a:p>
          <a:p>
            <a:pPr marL="0" indent="0" algn="l">
              <a:lnSpc>
                <a:spcPct val="100000"/>
              </a:lnSpc>
              <a:buNone/>
            </a:pPr>
            <a:r>
              <a:rPr lang="en-US" sz="800" dirty="0">
                <a:solidFill>
                  <a:srgbClr val="6B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Seleção de candidatos aderentes</a:t>
            </a:r>
            <a:endParaRPr lang="en-US" sz="1150" dirty="0"/>
          </a:p>
        </p:txBody>
      </p:sp>
      <p:sp>
        <p:nvSpPr>
          <p:cNvPr id="21" name="Shape 19"/>
          <p:cNvSpPr/>
          <p:nvPr/>
        </p:nvSpPr>
        <p:spPr>
          <a:xfrm>
            <a:off x="411480" y="3840480"/>
            <a:ext cx="2788920" cy="786384"/>
          </a:xfrm>
          <a:prstGeom prst="roundRect">
            <a:avLst>
              <a:gd name="adj" fmla="val 10465"/>
            </a:avLst>
          </a:prstGeom>
          <a:solidFill>
            <a:srgbClr val="FFFFFF"/>
          </a:solidFill>
          <a:ln/>
          <a:effectLst>
            <a:outerShdw blurRad="63500" dist="31750" dir="5400000" algn="bl" rotWithShape="0">
              <a:srgbClr val="1B2A44">
                <a:alpha val="30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22" name="Shape 20"/>
          <p:cNvSpPr/>
          <p:nvPr/>
        </p:nvSpPr>
        <p:spPr>
          <a:xfrm>
            <a:off x="411480" y="3840480"/>
            <a:ext cx="91440" cy="786384"/>
          </a:xfrm>
          <a:prstGeom prst="rect">
            <a:avLst/>
          </a:prstGeom>
          <a:solidFill>
            <a:srgbClr val="1F4E9B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23" name="Shape 21"/>
          <p:cNvSpPr/>
          <p:nvPr/>
        </p:nvSpPr>
        <p:spPr>
          <a:xfrm>
            <a:off x="594360" y="3959352"/>
            <a:ext cx="402336" cy="402336"/>
          </a:xfrm>
          <a:prstGeom prst="ellipse">
            <a:avLst/>
          </a:prstGeom>
          <a:solidFill>
            <a:srgbClr val="1F4E9B"/>
          </a:solidFill>
          <a:ln/>
          <a:effectLst>
            <a:outerShdw blurRad="63500" dist="31750" dir="5400000" algn="bl" rotWithShape="0">
              <a:srgbClr val="1B2A44">
                <a:alpha val="30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24" name="Text 22"/>
          <p:cNvSpPr/>
          <p:nvPr/>
        </p:nvSpPr>
        <p:spPr>
          <a:xfrm>
            <a:off x="594360" y="3959352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1069848" y="3867912"/>
            <a:ext cx="2039112" cy="7315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150" b="1" dirty="0">
                <a:solidFill>
                  <a:srgbClr val="1630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Entrevista RH</a:t>
            </a:r>
            <a:endParaRPr lang="en-US" sz="1150" dirty="0"/>
          </a:p>
          <a:p>
            <a:pPr marL="0" indent="0" algn="l">
              <a:lnSpc>
                <a:spcPct val="100000"/>
              </a:lnSpc>
              <a:buNone/>
            </a:pPr>
            <a:r>
              <a:rPr lang="en-US" sz="800" dirty="0">
                <a:solidFill>
                  <a:srgbClr val="6B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Avaliação comportamental · histórico</a:t>
            </a:r>
            <a:endParaRPr lang="en-US" sz="1150" dirty="0"/>
          </a:p>
          <a:p>
            <a:pPr marL="0" indent="0" algn="l">
              <a:lnSpc>
                <a:spcPct val="100000"/>
              </a:lnSpc>
              <a:buNone/>
            </a:pPr>
            <a:r>
              <a:rPr lang="en-US" sz="800" dirty="0">
                <a:solidFill>
                  <a:srgbClr val="6B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Motivação · alinhamento cultural</a:t>
            </a:r>
            <a:endParaRPr lang="en-US" sz="1150" dirty="0"/>
          </a:p>
          <a:p>
            <a:pPr marL="0" indent="0" algn="l">
              <a:lnSpc>
                <a:spcPct val="100000"/>
              </a:lnSpc>
              <a:buNone/>
            </a:pPr>
            <a:r>
              <a:rPr lang="en-US" sz="800" dirty="0">
                <a:solidFill>
                  <a:srgbClr val="6B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Pretensão salarial</a:t>
            </a:r>
            <a:endParaRPr lang="en-US" sz="1150" dirty="0"/>
          </a:p>
        </p:txBody>
      </p:sp>
      <p:sp>
        <p:nvSpPr>
          <p:cNvPr id="26" name="Shape 24"/>
          <p:cNvSpPr/>
          <p:nvPr/>
        </p:nvSpPr>
        <p:spPr>
          <a:xfrm>
            <a:off x="1805940" y="1828800"/>
            <a:ext cx="0" cy="164592"/>
          </a:xfrm>
          <a:prstGeom prst="line">
            <a:avLst/>
          </a:prstGeom>
          <a:noFill/>
          <a:ln w="22860">
            <a:solidFill>
              <a:srgbClr val="2E6CC4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pt-BR"/>
          </a:p>
        </p:txBody>
      </p:sp>
      <p:sp>
        <p:nvSpPr>
          <p:cNvPr id="27" name="Shape 25"/>
          <p:cNvSpPr/>
          <p:nvPr/>
        </p:nvSpPr>
        <p:spPr>
          <a:xfrm>
            <a:off x="1805940" y="2779776"/>
            <a:ext cx="0" cy="164592"/>
          </a:xfrm>
          <a:prstGeom prst="line">
            <a:avLst/>
          </a:prstGeom>
          <a:noFill/>
          <a:ln w="22860">
            <a:solidFill>
              <a:srgbClr val="2E6CC4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pt-BR"/>
          </a:p>
        </p:txBody>
      </p:sp>
      <p:sp>
        <p:nvSpPr>
          <p:cNvPr id="28" name="Shape 26"/>
          <p:cNvSpPr/>
          <p:nvPr/>
        </p:nvSpPr>
        <p:spPr>
          <a:xfrm>
            <a:off x="1805940" y="3675888"/>
            <a:ext cx="0" cy="164592"/>
          </a:xfrm>
          <a:prstGeom prst="line">
            <a:avLst/>
          </a:prstGeom>
          <a:noFill/>
          <a:ln w="22860">
            <a:solidFill>
              <a:srgbClr val="2E6CC4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pt-BR"/>
          </a:p>
        </p:txBody>
      </p:sp>
      <p:sp>
        <p:nvSpPr>
          <p:cNvPr id="29" name="Shape 27"/>
          <p:cNvSpPr/>
          <p:nvPr/>
        </p:nvSpPr>
        <p:spPr>
          <a:xfrm>
            <a:off x="1805940" y="4626864"/>
            <a:ext cx="0" cy="64008"/>
          </a:xfrm>
          <a:prstGeom prst="line">
            <a:avLst/>
          </a:prstGeom>
          <a:noFill/>
          <a:ln w="22860">
            <a:solidFill>
              <a:srgbClr val="2E6CC4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pt-BR"/>
          </a:p>
        </p:txBody>
      </p:sp>
      <p:sp>
        <p:nvSpPr>
          <p:cNvPr id="30" name="Shape 28"/>
          <p:cNvSpPr/>
          <p:nvPr/>
        </p:nvSpPr>
        <p:spPr>
          <a:xfrm>
            <a:off x="1097280" y="4686300"/>
            <a:ext cx="1417320" cy="777240"/>
          </a:xfrm>
          <a:prstGeom prst="diamond">
            <a:avLst/>
          </a:prstGeom>
          <a:solidFill>
            <a:srgbClr val="E45D4A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31" name="Text 29"/>
          <p:cNvSpPr/>
          <p:nvPr/>
        </p:nvSpPr>
        <p:spPr>
          <a:xfrm>
            <a:off x="1097280" y="4686300"/>
            <a:ext cx="14173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630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Aprovado?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603504" y="4870130"/>
            <a:ext cx="502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C050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Não</a:t>
            </a:r>
            <a:endParaRPr lang="en-US" sz="850" dirty="0"/>
          </a:p>
        </p:txBody>
      </p:sp>
      <p:sp>
        <p:nvSpPr>
          <p:cNvPr id="33" name="Shape 31"/>
          <p:cNvSpPr/>
          <p:nvPr/>
        </p:nvSpPr>
        <p:spPr>
          <a:xfrm flipH="1">
            <a:off x="640080" y="5074920"/>
            <a:ext cx="452628" cy="0"/>
          </a:xfrm>
          <a:prstGeom prst="line">
            <a:avLst/>
          </a:prstGeom>
          <a:noFill/>
          <a:ln w="19050">
            <a:solidFill>
              <a:srgbClr val="C0504D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pt-BR"/>
          </a:p>
        </p:txBody>
      </p:sp>
      <p:sp>
        <p:nvSpPr>
          <p:cNvPr id="34" name="Shape 32"/>
          <p:cNvSpPr/>
          <p:nvPr/>
        </p:nvSpPr>
        <p:spPr>
          <a:xfrm>
            <a:off x="91440" y="5349240"/>
            <a:ext cx="1417320" cy="384048"/>
          </a:xfrm>
          <a:prstGeom prst="roundRect">
            <a:avLst>
              <a:gd name="adj" fmla="val 28571"/>
            </a:avLst>
          </a:prstGeom>
          <a:solidFill>
            <a:srgbClr val="F4DAD8"/>
          </a:solidFill>
          <a:ln w="12700">
            <a:solidFill>
              <a:srgbClr val="C0504D"/>
            </a:solidFill>
            <a:prstDash val="solid"/>
          </a:ln>
          <a:effectLst>
            <a:outerShdw blurRad="63500" dist="31750" dir="5400000" algn="bl" rotWithShape="0">
              <a:srgbClr val="1B2A44">
                <a:alpha val="30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35" name="Text 33"/>
          <p:cNvSpPr/>
          <p:nvPr/>
        </p:nvSpPr>
        <p:spPr>
          <a:xfrm>
            <a:off x="91440" y="5349240"/>
            <a:ext cx="1417320" cy="384048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C050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Reprovado · </a:t>
            </a:r>
            <a:r>
              <a:rPr lang="en-US" sz="800" b="1" dirty="0" err="1">
                <a:solidFill>
                  <a:srgbClr val="C050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Candidato</a:t>
            </a:r>
            <a:r>
              <a:rPr lang="en-US" sz="800" b="1" dirty="0">
                <a:solidFill>
                  <a:srgbClr val="C050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800" b="1" dirty="0" err="1">
                <a:solidFill>
                  <a:srgbClr val="C050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recebe</a:t>
            </a:r>
            <a:r>
              <a:rPr lang="en-US" sz="800" b="1" dirty="0">
                <a:solidFill>
                  <a:srgbClr val="C050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feedback e é </a:t>
            </a:r>
            <a:r>
              <a:rPr lang="en-US" sz="800" b="1" dirty="0" err="1">
                <a:solidFill>
                  <a:srgbClr val="C050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descartado</a:t>
            </a:r>
            <a:r>
              <a:rPr lang="en-US" sz="800" b="1" dirty="0">
                <a:solidFill>
                  <a:srgbClr val="C050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do </a:t>
            </a:r>
            <a:r>
              <a:rPr lang="en-US" sz="800" b="1" dirty="0" err="1">
                <a:solidFill>
                  <a:srgbClr val="C050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processo</a:t>
            </a:r>
            <a:r>
              <a:rPr lang="en-US" sz="800" b="1" dirty="0">
                <a:solidFill>
                  <a:srgbClr val="C050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800" dirty="0"/>
          </a:p>
        </p:txBody>
      </p:sp>
      <p:sp>
        <p:nvSpPr>
          <p:cNvPr id="36" name="Shape 34"/>
          <p:cNvSpPr/>
          <p:nvPr/>
        </p:nvSpPr>
        <p:spPr>
          <a:xfrm>
            <a:off x="640080" y="5093208"/>
            <a:ext cx="155448" cy="256032"/>
          </a:xfrm>
          <a:prstGeom prst="line">
            <a:avLst/>
          </a:prstGeom>
          <a:noFill/>
          <a:ln w="17780">
            <a:solidFill>
              <a:srgbClr val="C0504D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pt-BR"/>
          </a:p>
        </p:txBody>
      </p:sp>
      <p:sp>
        <p:nvSpPr>
          <p:cNvPr id="37" name="Text 35"/>
          <p:cNvSpPr/>
          <p:nvPr/>
        </p:nvSpPr>
        <p:spPr>
          <a:xfrm>
            <a:off x="2496312" y="4875046"/>
            <a:ext cx="502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</a:t>
            </a:r>
            <a:endParaRPr lang="en-US" sz="850" dirty="0"/>
          </a:p>
        </p:txBody>
      </p:sp>
      <p:sp>
        <p:nvSpPr>
          <p:cNvPr id="57" name="Shape 55"/>
          <p:cNvSpPr/>
          <p:nvPr/>
        </p:nvSpPr>
        <p:spPr>
          <a:xfrm>
            <a:off x="2519172" y="5083798"/>
            <a:ext cx="847139" cy="5788"/>
          </a:xfrm>
          <a:prstGeom prst="line">
            <a:avLst/>
          </a:prstGeom>
          <a:noFill/>
          <a:ln w="20320">
            <a:solidFill>
              <a:srgbClr val="2E7D32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pt-BR"/>
          </a:p>
        </p:txBody>
      </p:sp>
      <p:grpSp>
        <p:nvGrpSpPr>
          <p:cNvPr id="106" name="Agrupar 105">
            <a:extLst>
              <a:ext uri="{FF2B5EF4-FFF2-40B4-BE49-F238E27FC236}">
                <a16:creationId xmlns:a16="http://schemas.microsoft.com/office/drawing/2014/main" id="{A78E4B5B-E87F-49AA-E307-E91E0366295D}"/>
              </a:ext>
            </a:extLst>
          </p:cNvPr>
          <p:cNvGrpSpPr/>
          <p:nvPr/>
        </p:nvGrpSpPr>
        <p:grpSpPr>
          <a:xfrm>
            <a:off x="4978908" y="1033272"/>
            <a:ext cx="3682747" cy="3831336"/>
            <a:chOff x="5127497" y="1207008"/>
            <a:chExt cx="3682747" cy="3831336"/>
          </a:xfrm>
        </p:grpSpPr>
        <p:sp>
          <p:nvSpPr>
            <p:cNvPr id="38" name="Shape 36"/>
            <p:cNvSpPr/>
            <p:nvPr/>
          </p:nvSpPr>
          <p:spPr>
            <a:xfrm>
              <a:off x="6935724" y="1207008"/>
              <a:ext cx="1874520" cy="402336"/>
            </a:xfrm>
            <a:prstGeom prst="roundRect">
              <a:avLst>
                <a:gd name="adj" fmla="val 22727"/>
              </a:avLst>
            </a:prstGeom>
            <a:solidFill>
              <a:srgbClr val="E45D4A"/>
            </a:solidFill>
            <a:ln/>
          </p:spPr>
          <p:txBody>
            <a:bodyPr/>
            <a:lstStyle/>
            <a:p>
              <a:endParaRPr lang="pt-BR"/>
            </a:p>
          </p:txBody>
        </p:sp>
        <p:sp>
          <p:nvSpPr>
            <p:cNvPr id="39" name="Text 37"/>
            <p:cNvSpPr/>
            <p:nvPr/>
          </p:nvSpPr>
          <p:spPr>
            <a:xfrm>
              <a:off x="6935724" y="1207008"/>
              <a:ext cx="1874520" cy="402336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n-US" sz="1050" b="1" dirty="0" err="1">
                  <a:solidFill>
                    <a:schemeClr val="bg1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Triagem</a:t>
              </a:r>
              <a:r>
                <a:rPr lang="en-US" sz="1050" b="1" dirty="0">
                  <a:solidFill>
                    <a:schemeClr val="bg1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 Patrimonial e </a:t>
              </a:r>
              <a:r>
                <a:rPr lang="en-US" sz="1050" b="1" dirty="0" err="1">
                  <a:solidFill>
                    <a:schemeClr val="bg1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Formulário</a:t>
              </a:r>
              <a:r>
                <a:rPr lang="en-US" sz="1050" b="1" dirty="0">
                  <a:solidFill>
                    <a:schemeClr val="bg1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 </a:t>
              </a:r>
              <a:r>
                <a:rPr lang="en-US" sz="1050" b="1" dirty="0" err="1">
                  <a:solidFill>
                    <a:schemeClr val="bg1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Conflito</a:t>
              </a:r>
              <a:r>
                <a:rPr lang="en-US" sz="1050" b="1" dirty="0">
                  <a:solidFill>
                    <a:schemeClr val="bg1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 Interesses</a:t>
              </a:r>
              <a:endParaRPr lang="en-US" sz="1050" dirty="0">
                <a:solidFill>
                  <a:schemeClr val="bg1"/>
                </a:solidFill>
              </a:endParaRPr>
            </a:p>
          </p:txBody>
        </p:sp>
        <p:sp>
          <p:nvSpPr>
            <p:cNvPr id="40" name="Text 38"/>
            <p:cNvSpPr/>
            <p:nvPr/>
          </p:nvSpPr>
          <p:spPr>
            <a:xfrm>
              <a:off x="6935724" y="1627632"/>
              <a:ext cx="1874520" cy="219456"/>
            </a:xfrm>
            <a:prstGeom prst="rect">
              <a:avLst/>
            </a:prstGeom>
            <a:noFill/>
            <a:ln/>
          </p:spPr>
          <p:txBody>
            <a:bodyPr wrap="square" rtlCol="0" anchor="t"/>
            <a:lstStyle/>
            <a:p>
              <a:pPr marL="0" indent="0" algn="ctr">
                <a:buNone/>
              </a:pPr>
              <a:r>
                <a:rPr lang="en-US" sz="800" i="1" dirty="0">
                  <a:solidFill>
                    <a:srgbClr val="6B7480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fluxo paralelo</a:t>
              </a:r>
              <a:endParaRPr lang="en-US" sz="800" dirty="0"/>
            </a:p>
          </p:txBody>
        </p:sp>
        <p:sp>
          <p:nvSpPr>
            <p:cNvPr id="41" name="Shape 39"/>
            <p:cNvSpPr/>
            <p:nvPr/>
          </p:nvSpPr>
          <p:spPr>
            <a:xfrm>
              <a:off x="6935724" y="1956816"/>
              <a:ext cx="1874520" cy="420624"/>
            </a:xfrm>
            <a:prstGeom prst="roundRect">
              <a:avLst>
                <a:gd name="adj" fmla="val 17391"/>
              </a:avLst>
            </a:prstGeom>
            <a:solidFill>
              <a:srgbClr val="FFFFFF"/>
            </a:solidFill>
            <a:ln w="9525">
              <a:solidFill>
                <a:srgbClr val="D7DCE4"/>
              </a:solidFill>
              <a:prstDash val="solid"/>
            </a:ln>
            <a:effectLst>
              <a:outerShdw blurRad="63500" dist="31750" dir="5400000" algn="bl" rotWithShape="0">
                <a:srgbClr val="1B2A44">
                  <a:alpha val="30000"/>
                </a:srgbClr>
              </a:outerShdw>
            </a:effectLst>
          </p:spPr>
          <p:txBody>
            <a:bodyPr/>
            <a:lstStyle/>
            <a:p>
              <a:endParaRPr lang="pt-BR"/>
            </a:p>
          </p:txBody>
        </p:sp>
        <p:sp>
          <p:nvSpPr>
            <p:cNvPr id="42" name="Text 40"/>
            <p:cNvSpPr/>
            <p:nvPr/>
          </p:nvSpPr>
          <p:spPr>
            <a:xfrm>
              <a:off x="6935724" y="1956816"/>
              <a:ext cx="1874520" cy="420624"/>
            </a:xfrm>
            <a:prstGeom prst="rect">
              <a:avLst/>
            </a:prstGeom>
            <a:noFill/>
            <a:ln/>
          </p:spPr>
          <p:txBody>
            <a:bodyPr wrap="square" lIns="12700" tIns="12700" rIns="12700" bIns="12700" rtlCol="0" anchor="ctr"/>
            <a:lstStyle/>
            <a:p>
              <a:pPr marL="0" indent="0" algn="ctr">
                <a:buNone/>
              </a:pPr>
              <a:r>
                <a:rPr lang="en-US" sz="870" b="1" dirty="0">
                  <a:solidFill>
                    <a:srgbClr val="3A414C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Envio de </a:t>
              </a:r>
              <a:r>
                <a:rPr lang="en-US" sz="870" b="1" dirty="0" err="1">
                  <a:solidFill>
                    <a:srgbClr val="3A414C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questionário</a:t>
              </a:r>
              <a:endParaRPr lang="en-US" sz="870" dirty="0"/>
            </a:p>
          </p:txBody>
        </p:sp>
        <p:sp>
          <p:nvSpPr>
            <p:cNvPr id="43" name="Shape 41"/>
            <p:cNvSpPr/>
            <p:nvPr/>
          </p:nvSpPr>
          <p:spPr>
            <a:xfrm>
              <a:off x="6935724" y="2542032"/>
              <a:ext cx="1874520" cy="420624"/>
            </a:xfrm>
            <a:prstGeom prst="roundRect">
              <a:avLst>
                <a:gd name="adj" fmla="val 17391"/>
              </a:avLst>
            </a:prstGeom>
            <a:solidFill>
              <a:srgbClr val="FFFFFF"/>
            </a:solidFill>
            <a:ln w="9525">
              <a:solidFill>
                <a:srgbClr val="D7DCE4"/>
              </a:solidFill>
              <a:prstDash val="solid"/>
            </a:ln>
            <a:effectLst>
              <a:outerShdw blurRad="63500" dist="31750" dir="5400000" algn="bl" rotWithShape="0">
                <a:srgbClr val="1B2A44">
                  <a:alpha val="30000"/>
                </a:srgbClr>
              </a:outerShdw>
            </a:effectLst>
          </p:spPr>
          <p:txBody>
            <a:bodyPr/>
            <a:lstStyle/>
            <a:p>
              <a:endParaRPr lang="pt-BR"/>
            </a:p>
          </p:txBody>
        </p:sp>
        <p:sp>
          <p:nvSpPr>
            <p:cNvPr id="44" name="Text 42"/>
            <p:cNvSpPr/>
            <p:nvPr/>
          </p:nvSpPr>
          <p:spPr>
            <a:xfrm>
              <a:off x="6935724" y="2542032"/>
              <a:ext cx="1874520" cy="420624"/>
            </a:xfrm>
            <a:prstGeom prst="rect">
              <a:avLst/>
            </a:prstGeom>
            <a:noFill/>
            <a:ln/>
          </p:spPr>
          <p:txBody>
            <a:bodyPr wrap="square" lIns="12700" tIns="12700" rIns="12700" bIns="12700" rtlCol="0" anchor="ctr"/>
            <a:lstStyle/>
            <a:p>
              <a:pPr marL="0" indent="0" algn="ctr">
                <a:buNone/>
              </a:pPr>
              <a:r>
                <a:rPr lang="en-US" sz="870" b="1" dirty="0">
                  <a:solidFill>
                    <a:srgbClr val="3A414C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Preenchimento pelo candidato</a:t>
              </a:r>
              <a:endParaRPr lang="en-US" sz="870" dirty="0"/>
            </a:p>
          </p:txBody>
        </p:sp>
        <p:sp>
          <p:nvSpPr>
            <p:cNvPr id="45" name="Shape 43"/>
            <p:cNvSpPr/>
            <p:nvPr/>
          </p:nvSpPr>
          <p:spPr>
            <a:xfrm>
              <a:off x="6935724" y="3127248"/>
              <a:ext cx="1874520" cy="420624"/>
            </a:xfrm>
            <a:prstGeom prst="roundRect">
              <a:avLst>
                <a:gd name="adj" fmla="val 17391"/>
              </a:avLst>
            </a:prstGeom>
            <a:solidFill>
              <a:srgbClr val="FFFFFF"/>
            </a:solidFill>
            <a:ln w="9525">
              <a:solidFill>
                <a:srgbClr val="D7DCE4"/>
              </a:solidFill>
              <a:prstDash val="solid"/>
            </a:ln>
            <a:effectLst>
              <a:outerShdw blurRad="63500" dist="31750" dir="5400000" algn="bl" rotWithShape="0">
                <a:srgbClr val="1B2A44">
                  <a:alpha val="30000"/>
                </a:srgbClr>
              </a:outerShdw>
            </a:effectLst>
          </p:spPr>
          <p:txBody>
            <a:bodyPr/>
            <a:lstStyle/>
            <a:p>
              <a:endParaRPr lang="pt-BR"/>
            </a:p>
          </p:txBody>
        </p:sp>
        <p:sp>
          <p:nvSpPr>
            <p:cNvPr id="46" name="Text 44"/>
            <p:cNvSpPr/>
            <p:nvPr/>
          </p:nvSpPr>
          <p:spPr>
            <a:xfrm>
              <a:off x="6935724" y="3127248"/>
              <a:ext cx="1874520" cy="420624"/>
            </a:xfrm>
            <a:prstGeom prst="rect">
              <a:avLst/>
            </a:prstGeom>
            <a:noFill/>
            <a:ln/>
          </p:spPr>
          <p:txBody>
            <a:bodyPr wrap="square" lIns="12700" tIns="12700" rIns="12700" bIns="12700" rtlCol="0" anchor="ctr"/>
            <a:lstStyle/>
            <a:p>
              <a:pPr marL="0" indent="0" algn="ctr">
                <a:buNone/>
              </a:pPr>
              <a:r>
                <a:rPr lang="en-US" sz="870" b="1" dirty="0">
                  <a:solidFill>
                    <a:srgbClr val="3A414C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Pesquisa patrimonial e </a:t>
              </a:r>
              <a:r>
                <a:rPr lang="en-US" sz="870" b="1" dirty="0" err="1">
                  <a:solidFill>
                    <a:srgbClr val="3A414C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conferência</a:t>
              </a:r>
              <a:r>
                <a:rPr lang="en-US" sz="870" b="1" dirty="0">
                  <a:solidFill>
                    <a:srgbClr val="3A414C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 da </a:t>
              </a:r>
              <a:r>
                <a:rPr lang="en-US" sz="870" b="1" dirty="0" err="1">
                  <a:solidFill>
                    <a:srgbClr val="3A414C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declaração</a:t>
              </a:r>
              <a:r>
                <a:rPr lang="en-US" sz="870" b="1" dirty="0">
                  <a:solidFill>
                    <a:srgbClr val="3A414C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 de </a:t>
              </a:r>
              <a:r>
                <a:rPr lang="en-US" sz="870" b="1" dirty="0" err="1">
                  <a:solidFill>
                    <a:srgbClr val="3A414C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conflito</a:t>
              </a:r>
              <a:r>
                <a:rPr lang="en-US" sz="870" b="1" dirty="0">
                  <a:solidFill>
                    <a:srgbClr val="3A414C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 de interesses</a:t>
              </a:r>
              <a:endParaRPr lang="en-US" sz="870" dirty="0"/>
            </a:p>
          </p:txBody>
        </p:sp>
        <p:sp>
          <p:nvSpPr>
            <p:cNvPr id="47" name="Shape 45"/>
            <p:cNvSpPr/>
            <p:nvPr/>
          </p:nvSpPr>
          <p:spPr>
            <a:xfrm>
              <a:off x="7872984" y="1847088"/>
              <a:ext cx="0" cy="109728"/>
            </a:xfrm>
            <a:prstGeom prst="line">
              <a:avLst/>
            </a:prstGeom>
            <a:noFill/>
            <a:ln w="20320">
              <a:solidFill>
                <a:srgbClr val="D99400"/>
              </a:solidFill>
              <a:prstDash val="solid"/>
              <a:headEnd type="none"/>
              <a:tailEnd type="triangle"/>
            </a:ln>
          </p:spPr>
          <p:txBody>
            <a:bodyPr/>
            <a:lstStyle/>
            <a:p>
              <a:endParaRPr lang="pt-BR"/>
            </a:p>
          </p:txBody>
        </p:sp>
        <p:sp>
          <p:nvSpPr>
            <p:cNvPr id="48" name="Shape 46"/>
            <p:cNvSpPr/>
            <p:nvPr/>
          </p:nvSpPr>
          <p:spPr>
            <a:xfrm>
              <a:off x="7872984" y="2377440"/>
              <a:ext cx="0" cy="164592"/>
            </a:xfrm>
            <a:prstGeom prst="line">
              <a:avLst/>
            </a:prstGeom>
            <a:noFill/>
            <a:ln w="20320">
              <a:solidFill>
                <a:srgbClr val="D99400"/>
              </a:solidFill>
              <a:prstDash val="solid"/>
              <a:headEnd type="none"/>
              <a:tailEnd type="triangle"/>
            </a:ln>
          </p:spPr>
          <p:txBody>
            <a:bodyPr/>
            <a:lstStyle/>
            <a:p>
              <a:endParaRPr lang="pt-BR"/>
            </a:p>
          </p:txBody>
        </p:sp>
        <p:sp>
          <p:nvSpPr>
            <p:cNvPr id="49" name="Shape 47"/>
            <p:cNvSpPr/>
            <p:nvPr/>
          </p:nvSpPr>
          <p:spPr>
            <a:xfrm>
              <a:off x="7872984" y="2962656"/>
              <a:ext cx="0" cy="164592"/>
            </a:xfrm>
            <a:prstGeom prst="line">
              <a:avLst/>
            </a:prstGeom>
            <a:noFill/>
            <a:ln w="20320">
              <a:solidFill>
                <a:srgbClr val="D99400"/>
              </a:solidFill>
              <a:prstDash val="solid"/>
              <a:headEnd type="none"/>
              <a:tailEnd type="triangle"/>
            </a:ln>
          </p:spPr>
          <p:txBody>
            <a:bodyPr/>
            <a:lstStyle/>
            <a:p>
              <a:endParaRPr lang="pt-BR"/>
            </a:p>
          </p:txBody>
        </p:sp>
        <p:sp>
          <p:nvSpPr>
            <p:cNvPr id="50" name="Shape 48"/>
            <p:cNvSpPr/>
            <p:nvPr/>
          </p:nvSpPr>
          <p:spPr>
            <a:xfrm>
              <a:off x="7872984" y="3547872"/>
              <a:ext cx="0" cy="155448"/>
            </a:xfrm>
            <a:prstGeom prst="line">
              <a:avLst/>
            </a:prstGeom>
            <a:noFill/>
            <a:ln w="20320">
              <a:solidFill>
                <a:srgbClr val="D99400"/>
              </a:solidFill>
              <a:prstDash val="solid"/>
              <a:headEnd type="none"/>
              <a:tailEnd type="triangle"/>
            </a:ln>
          </p:spPr>
          <p:txBody>
            <a:bodyPr/>
            <a:lstStyle/>
            <a:p>
              <a:endParaRPr lang="pt-BR"/>
            </a:p>
          </p:txBody>
        </p:sp>
        <p:sp>
          <p:nvSpPr>
            <p:cNvPr id="51" name="Shape 49"/>
            <p:cNvSpPr/>
            <p:nvPr/>
          </p:nvSpPr>
          <p:spPr>
            <a:xfrm>
              <a:off x="7164324" y="3712464"/>
              <a:ext cx="1417320" cy="749808"/>
            </a:xfrm>
            <a:prstGeom prst="diamond">
              <a:avLst/>
            </a:prstGeom>
            <a:solidFill>
              <a:srgbClr val="DCE7F7"/>
            </a:solidFill>
            <a:ln w="12700">
              <a:solidFill>
                <a:srgbClr val="2E6CC4"/>
              </a:solidFill>
              <a:prstDash val="solid"/>
            </a:ln>
            <a:effectLst>
              <a:outerShdw blurRad="63500" dist="31750" dir="5400000" algn="bl" rotWithShape="0">
                <a:srgbClr val="1B2A44">
                  <a:alpha val="30000"/>
                </a:srgbClr>
              </a:outerShdw>
            </a:effectLst>
          </p:spPr>
          <p:txBody>
            <a:bodyPr/>
            <a:lstStyle/>
            <a:p>
              <a:endParaRPr lang="pt-BR"/>
            </a:p>
          </p:txBody>
        </p:sp>
        <p:sp>
          <p:nvSpPr>
            <p:cNvPr id="52" name="Text 50"/>
            <p:cNvSpPr/>
            <p:nvPr/>
          </p:nvSpPr>
          <p:spPr>
            <a:xfrm>
              <a:off x="7164324" y="3712464"/>
              <a:ext cx="1417320" cy="74980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900" b="1" dirty="0">
                  <a:solidFill>
                    <a:srgbClr val="16305C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Aprovado?</a:t>
              </a:r>
              <a:endParaRPr lang="en-US" sz="900" dirty="0"/>
            </a:p>
          </p:txBody>
        </p:sp>
        <p:sp>
          <p:nvSpPr>
            <p:cNvPr id="53" name="Text 51"/>
            <p:cNvSpPr/>
            <p:nvPr/>
          </p:nvSpPr>
          <p:spPr>
            <a:xfrm>
              <a:off x="7415784" y="4426386"/>
              <a:ext cx="502920" cy="219456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850" b="1" dirty="0">
                  <a:solidFill>
                    <a:srgbClr val="C0504D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Não</a:t>
              </a:r>
              <a:endParaRPr lang="en-US" sz="850" dirty="0"/>
            </a:p>
          </p:txBody>
        </p:sp>
        <p:sp>
          <p:nvSpPr>
            <p:cNvPr id="54" name="Shape 52"/>
            <p:cNvSpPr/>
            <p:nvPr/>
          </p:nvSpPr>
          <p:spPr>
            <a:xfrm>
              <a:off x="7872984" y="4462272"/>
              <a:ext cx="0" cy="192024"/>
            </a:xfrm>
            <a:prstGeom prst="line">
              <a:avLst/>
            </a:prstGeom>
            <a:noFill/>
            <a:ln w="17780">
              <a:solidFill>
                <a:srgbClr val="C0504D"/>
              </a:solidFill>
              <a:prstDash val="solid"/>
              <a:headEnd type="none"/>
              <a:tailEnd type="triangle"/>
            </a:ln>
          </p:spPr>
          <p:txBody>
            <a:bodyPr/>
            <a:lstStyle/>
            <a:p>
              <a:endParaRPr lang="pt-BR"/>
            </a:p>
          </p:txBody>
        </p:sp>
        <p:sp>
          <p:nvSpPr>
            <p:cNvPr id="55" name="Shape 53"/>
            <p:cNvSpPr/>
            <p:nvPr/>
          </p:nvSpPr>
          <p:spPr>
            <a:xfrm>
              <a:off x="6935724" y="4654296"/>
              <a:ext cx="1874520" cy="384048"/>
            </a:xfrm>
            <a:prstGeom prst="roundRect">
              <a:avLst>
                <a:gd name="adj" fmla="val 28571"/>
              </a:avLst>
            </a:prstGeom>
            <a:solidFill>
              <a:srgbClr val="F4DAD8"/>
            </a:solidFill>
            <a:ln w="12700">
              <a:solidFill>
                <a:srgbClr val="C0504D"/>
              </a:solidFill>
              <a:prstDash val="solid"/>
            </a:ln>
            <a:effectLst>
              <a:outerShdw blurRad="63500" dist="31750" dir="5400000" algn="bl" rotWithShape="0">
                <a:srgbClr val="1B2A44">
                  <a:alpha val="30000"/>
                </a:srgbClr>
              </a:outerShdw>
            </a:effectLst>
          </p:spPr>
          <p:txBody>
            <a:bodyPr/>
            <a:lstStyle/>
            <a:p>
              <a:endParaRPr lang="pt-BR"/>
            </a:p>
          </p:txBody>
        </p:sp>
        <p:sp>
          <p:nvSpPr>
            <p:cNvPr id="56" name="Text 54"/>
            <p:cNvSpPr/>
            <p:nvPr/>
          </p:nvSpPr>
          <p:spPr>
            <a:xfrm>
              <a:off x="6935724" y="4623825"/>
              <a:ext cx="1874520" cy="384048"/>
            </a:xfrm>
            <a:prstGeom prst="rect">
              <a:avLst/>
            </a:prstGeom>
            <a:noFill/>
            <a:ln/>
          </p:spPr>
          <p:txBody>
            <a:bodyPr wrap="square" lIns="12700" tIns="12700" rIns="12700" bIns="12700" rtlCol="0" anchor="ctr"/>
            <a:lstStyle/>
            <a:p>
              <a:pPr marL="0" indent="0" algn="ctr">
                <a:buNone/>
              </a:pPr>
              <a:r>
                <a:rPr lang="en-US" sz="800" b="1" dirty="0">
                  <a:solidFill>
                    <a:srgbClr val="C0504D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Restrição · </a:t>
              </a:r>
              <a:r>
                <a:rPr lang="en-US" sz="800" b="1" dirty="0" err="1">
                  <a:solidFill>
                    <a:srgbClr val="C0504D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Candidato</a:t>
              </a:r>
              <a:r>
                <a:rPr lang="en-US" sz="800" b="1" dirty="0">
                  <a:solidFill>
                    <a:srgbClr val="C0504D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 é </a:t>
              </a:r>
              <a:r>
                <a:rPr lang="en-US" sz="800" b="1" dirty="0" err="1">
                  <a:solidFill>
                    <a:srgbClr val="C0504D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descartado</a:t>
              </a:r>
              <a:r>
                <a:rPr lang="en-US" sz="800" b="1" dirty="0">
                  <a:solidFill>
                    <a:srgbClr val="C0504D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 do </a:t>
              </a:r>
              <a:r>
                <a:rPr lang="en-US" sz="800" b="1" dirty="0" err="1">
                  <a:solidFill>
                    <a:srgbClr val="C0504D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processo</a:t>
              </a:r>
              <a:endParaRPr lang="en-US" sz="800" dirty="0"/>
            </a:p>
          </p:txBody>
        </p:sp>
        <p:sp>
          <p:nvSpPr>
            <p:cNvPr id="58" name="Shape 56"/>
            <p:cNvSpPr/>
            <p:nvPr/>
          </p:nvSpPr>
          <p:spPr>
            <a:xfrm flipH="1" flipV="1">
              <a:off x="6725409" y="1408174"/>
              <a:ext cx="2" cy="1709928"/>
            </a:xfrm>
            <a:prstGeom prst="line">
              <a:avLst/>
            </a:prstGeom>
            <a:noFill/>
            <a:ln w="20320">
              <a:solidFill>
                <a:srgbClr val="2E7D32"/>
              </a:solidFill>
              <a:prstDash val="solid"/>
              <a:headEnd type="none"/>
              <a:tailEnd type="none"/>
            </a:ln>
          </p:spPr>
          <p:txBody>
            <a:bodyPr/>
            <a:lstStyle/>
            <a:p>
              <a:endParaRPr lang="pt-BR"/>
            </a:p>
          </p:txBody>
        </p:sp>
        <p:sp>
          <p:nvSpPr>
            <p:cNvPr id="59" name="Shape 57"/>
            <p:cNvSpPr/>
            <p:nvPr/>
          </p:nvSpPr>
          <p:spPr>
            <a:xfrm>
              <a:off x="6725412" y="1408176"/>
              <a:ext cx="210312" cy="0"/>
            </a:xfrm>
            <a:prstGeom prst="line">
              <a:avLst/>
            </a:prstGeom>
            <a:noFill/>
            <a:ln w="20320">
              <a:solidFill>
                <a:srgbClr val="2E7D32"/>
              </a:solidFill>
              <a:prstDash val="solid"/>
              <a:headEnd type="none"/>
              <a:tailEnd type="triangle"/>
            </a:ln>
          </p:spPr>
          <p:txBody>
            <a:bodyPr/>
            <a:lstStyle/>
            <a:p>
              <a:endParaRPr lang="pt-BR"/>
            </a:p>
          </p:txBody>
        </p:sp>
        <p:sp>
          <p:nvSpPr>
            <p:cNvPr id="60" name="Text 58"/>
            <p:cNvSpPr/>
            <p:nvPr/>
          </p:nvSpPr>
          <p:spPr>
            <a:xfrm>
              <a:off x="6696250" y="3849624"/>
              <a:ext cx="502920" cy="219456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850" b="1" dirty="0">
                  <a:solidFill>
                    <a:srgbClr val="2E7D32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Sim</a:t>
              </a:r>
              <a:endParaRPr lang="en-US" sz="850" dirty="0"/>
            </a:p>
          </p:txBody>
        </p:sp>
        <p:sp>
          <p:nvSpPr>
            <p:cNvPr id="66" name="Shape 64"/>
            <p:cNvSpPr/>
            <p:nvPr/>
          </p:nvSpPr>
          <p:spPr>
            <a:xfrm>
              <a:off x="6734288" y="4087368"/>
              <a:ext cx="430035" cy="0"/>
            </a:xfrm>
            <a:prstGeom prst="line">
              <a:avLst/>
            </a:prstGeom>
            <a:noFill/>
            <a:ln w="20320">
              <a:solidFill>
                <a:srgbClr val="2E7D32"/>
              </a:solidFill>
              <a:prstDash val="solid"/>
              <a:headEnd type="none"/>
              <a:tailEnd type="none"/>
            </a:ln>
          </p:spPr>
          <p:txBody>
            <a:bodyPr/>
            <a:lstStyle/>
            <a:p>
              <a:endParaRPr lang="pt-BR"/>
            </a:p>
          </p:txBody>
        </p:sp>
        <p:sp>
          <p:nvSpPr>
            <p:cNvPr id="112" name="Shape 56">
              <a:extLst>
                <a:ext uri="{FF2B5EF4-FFF2-40B4-BE49-F238E27FC236}">
                  <a16:creationId xmlns:a16="http://schemas.microsoft.com/office/drawing/2014/main" id="{E9A7734F-59AF-99AF-C66F-24A865878A11}"/>
                </a:ext>
              </a:extLst>
            </p:cNvPr>
            <p:cNvSpPr/>
            <p:nvPr/>
          </p:nvSpPr>
          <p:spPr>
            <a:xfrm flipH="1">
              <a:off x="5127497" y="3118103"/>
              <a:ext cx="1597913" cy="0"/>
            </a:xfrm>
            <a:prstGeom prst="line">
              <a:avLst/>
            </a:prstGeom>
            <a:noFill/>
            <a:ln w="20320">
              <a:solidFill>
                <a:srgbClr val="2E7D32"/>
              </a:solidFill>
              <a:prstDash val="solid"/>
              <a:headEnd type="none"/>
              <a:tailEnd type="none"/>
            </a:ln>
          </p:spPr>
          <p:txBody>
            <a:bodyPr/>
            <a:lstStyle/>
            <a:p>
              <a:endParaRPr lang="pt-BR"/>
            </a:p>
          </p:txBody>
        </p:sp>
        <p:sp>
          <p:nvSpPr>
            <p:cNvPr id="124" name="Shape 64">
              <a:extLst>
                <a:ext uri="{FF2B5EF4-FFF2-40B4-BE49-F238E27FC236}">
                  <a16:creationId xmlns:a16="http://schemas.microsoft.com/office/drawing/2014/main" id="{86EB0694-488D-BFA2-BA40-E0AC4F57C56A}"/>
                </a:ext>
              </a:extLst>
            </p:cNvPr>
            <p:cNvSpPr/>
            <p:nvPr/>
          </p:nvSpPr>
          <p:spPr>
            <a:xfrm flipH="1" flipV="1">
              <a:off x="6731378" y="3552444"/>
              <a:ext cx="2911" cy="539496"/>
            </a:xfrm>
            <a:prstGeom prst="line">
              <a:avLst/>
            </a:prstGeom>
            <a:noFill/>
            <a:ln w="20320">
              <a:solidFill>
                <a:srgbClr val="2E7D32"/>
              </a:solidFill>
              <a:prstDash val="solid"/>
              <a:headEnd type="none"/>
              <a:tailEnd type="none"/>
            </a:ln>
          </p:spPr>
          <p:txBody>
            <a:bodyPr/>
            <a:lstStyle/>
            <a:p>
              <a:endParaRPr lang="pt-BR"/>
            </a:p>
          </p:txBody>
        </p:sp>
        <p:sp>
          <p:nvSpPr>
            <p:cNvPr id="125" name="Shape 57">
              <a:extLst>
                <a:ext uri="{FF2B5EF4-FFF2-40B4-BE49-F238E27FC236}">
                  <a16:creationId xmlns:a16="http://schemas.microsoft.com/office/drawing/2014/main" id="{BBAC8191-307D-4FC8-895B-47F729D957DD}"/>
                </a:ext>
              </a:extLst>
            </p:cNvPr>
            <p:cNvSpPr/>
            <p:nvPr/>
          </p:nvSpPr>
          <p:spPr>
            <a:xfrm flipH="1" flipV="1">
              <a:off x="6539706" y="3547872"/>
              <a:ext cx="200550" cy="4572"/>
            </a:xfrm>
            <a:prstGeom prst="line">
              <a:avLst/>
            </a:prstGeom>
            <a:noFill/>
            <a:ln w="20320">
              <a:solidFill>
                <a:srgbClr val="2E7D32"/>
              </a:solidFill>
              <a:prstDash val="solid"/>
              <a:headEnd type="none"/>
              <a:tailEnd type="triangle"/>
            </a:ln>
          </p:spPr>
          <p:txBody>
            <a:bodyPr/>
            <a:lstStyle/>
            <a:p>
              <a:endParaRPr lang="pt-BR"/>
            </a:p>
          </p:txBody>
        </p:sp>
      </p:grpSp>
      <p:sp>
        <p:nvSpPr>
          <p:cNvPr id="67" name="Shape 65"/>
          <p:cNvSpPr/>
          <p:nvPr/>
        </p:nvSpPr>
        <p:spPr>
          <a:xfrm flipV="1">
            <a:off x="3355446" y="1527048"/>
            <a:ext cx="10865" cy="3567454"/>
          </a:xfrm>
          <a:prstGeom prst="line">
            <a:avLst/>
          </a:prstGeom>
          <a:noFill/>
          <a:ln w="20320">
            <a:solidFill>
              <a:srgbClr val="2E7D32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pt-BR"/>
          </a:p>
        </p:txBody>
      </p:sp>
      <p:sp>
        <p:nvSpPr>
          <p:cNvPr id="68" name="Shape 66"/>
          <p:cNvSpPr/>
          <p:nvPr/>
        </p:nvSpPr>
        <p:spPr>
          <a:xfrm>
            <a:off x="3357444" y="1535926"/>
            <a:ext cx="210312" cy="0"/>
          </a:xfrm>
          <a:prstGeom prst="line">
            <a:avLst/>
          </a:prstGeom>
          <a:noFill/>
          <a:ln w="20320">
            <a:solidFill>
              <a:srgbClr val="2E7D32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pt-BR" dirty="0"/>
          </a:p>
        </p:txBody>
      </p:sp>
      <p:sp>
        <p:nvSpPr>
          <p:cNvPr id="97" name="Shape 95"/>
          <p:cNvSpPr/>
          <p:nvPr/>
        </p:nvSpPr>
        <p:spPr>
          <a:xfrm>
            <a:off x="8887968" y="1005840"/>
            <a:ext cx="3035808" cy="182880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/>
          <a:effectLst>
            <a:outerShdw blurRad="63500" dist="31750" dir="5400000" algn="bl" rotWithShape="0">
              <a:srgbClr val="1B2A44">
                <a:alpha val="30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98" name="Shape 96"/>
          <p:cNvSpPr/>
          <p:nvPr/>
        </p:nvSpPr>
        <p:spPr>
          <a:xfrm>
            <a:off x="8887968" y="1005840"/>
            <a:ext cx="3035808" cy="365760"/>
          </a:xfrm>
          <a:prstGeom prst="roundRect">
            <a:avLst>
              <a:gd name="adj" fmla="val 20000"/>
            </a:avLst>
          </a:prstGeom>
          <a:solidFill>
            <a:srgbClr val="1F4E9B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99" name="Shape 97"/>
          <p:cNvSpPr/>
          <p:nvPr/>
        </p:nvSpPr>
        <p:spPr>
          <a:xfrm>
            <a:off x="8887968" y="1207008"/>
            <a:ext cx="3035808" cy="182880"/>
          </a:xfrm>
          <a:prstGeom prst="rect">
            <a:avLst/>
          </a:prstGeom>
          <a:solidFill>
            <a:srgbClr val="1F4E9B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01" name="Text 99"/>
          <p:cNvSpPr/>
          <p:nvPr/>
        </p:nvSpPr>
        <p:spPr>
          <a:xfrm>
            <a:off x="8933688" y="1005840"/>
            <a:ext cx="294436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SISTEMAS UTILIZADOS</a:t>
            </a:r>
            <a:endParaRPr lang="en-US" sz="1050" dirty="0"/>
          </a:p>
        </p:txBody>
      </p:sp>
      <p:sp>
        <p:nvSpPr>
          <p:cNvPr id="102" name="Text 100"/>
          <p:cNvSpPr/>
          <p:nvPr/>
        </p:nvSpPr>
        <p:spPr>
          <a:xfrm>
            <a:off x="9015984" y="1444752"/>
            <a:ext cx="2816352" cy="133502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lnSpc>
                <a:spcPct val="100000"/>
              </a:lnSpc>
              <a:spcAft>
                <a:spcPts val="300"/>
              </a:spcAft>
              <a:buNone/>
            </a:pPr>
            <a:r>
              <a:rPr lang="en-US" sz="840" dirty="0">
                <a:solidFill>
                  <a:srgbClr val="3A41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Teams</a:t>
            </a:r>
            <a:endParaRPr lang="en-US" sz="840" dirty="0"/>
          </a:p>
          <a:p>
            <a:pPr marL="0" indent="0" algn="l">
              <a:lnSpc>
                <a:spcPct val="100000"/>
              </a:lnSpc>
              <a:spcAft>
                <a:spcPts val="300"/>
              </a:spcAft>
              <a:buNone/>
            </a:pPr>
            <a:r>
              <a:rPr lang="en-US" sz="840" dirty="0">
                <a:solidFill>
                  <a:srgbClr val="3A41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Outlook</a:t>
            </a:r>
            <a:endParaRPr lang="en-US" sz="840" dirty="0"/>
          </a:p>
          <a:p>
            <a:pPr marL="0" indent="0" algn="l">
              <a:lnSpc>
                <a:spcPct val="100000"/>
              </a:lnSpc>
              <a:spcAft>
                <a:spcPts val="300"/>
              </a:spcAft>
              <a:buNone/>
            </a:pPr>
            <a:r>
              <a:rPr lang="en-US" sz="840" dirty="0">
                <a:solidFill>
                  <a:srgbClr val="3A41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</a:t>
            </a:r>
            <a:r>
              <a:rPr lang="en-US" sz="840" dirty="0" err="1">
                <a:solidFill>
                  <a:srgbClr val="3A41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Pandapé</a:t>
            </a:r>
            <a:endParaRPr lang="en-US" sz="840" dirty="0"/>
          </a:p>
          <a:p>
            <a:pPr marL="0" indent="0" algn="l">
              <a:lnSpc>
                <a:spcPct val="100000"/>
              </a:lnSpc>
              <a:spcAft>
                <a:spcPts val="300"/>
              </a:spcAft>
              <a:buNone/>
            </a:pPr>
            <a:r>
              <a:rPr lang="en-US" sz="840" dirty="0">
                <a:solidFill>
                  <a:srgbClr val="3A41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Docusign</a:t>
            </a:r>
            <a:endParaRPr lang="en-US" sz="840" dirty="0"/>
          </a:p>
          <a:p>
            <a:pPr marL="0" indent="0" algn="l">
              <a:lnSpc>
                <a:spcPct val="100000"/>
              </a:lnSpc>
              <a:spcAft>
                <a:spcPts val="300"/>
              </a:spcAft>
              <a:buNone/>
            </a:pPr>
            <a:r>
              <a:rPr lang="en-US" sz="840" dirty="0">
                <a:solidFill>
                  <a:srgbClr val="3A41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Pixel Midea</a:t>
            </a:r>
          </a:p>
          <a:p>
            <a:pPr>
              <a:spcAft>
                <a:spcPts val="300"/>
              </a:spcAft>
            </a:pPr>
            <a:r>
              <a:rPr lang="en-US" sz="840" dirty="0">
                <a:solidFill>
                  <a:srgbClr val="3A41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Aura </a:t>
            </a:r>
            <a:r>
              <a:rPr lang="en-US" sz="840" dirty="0" err="1">
                <a:solidFill>
                  <a:srgbClr val="3A41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Comunica</a:t>
            </a:r>
            <a:endParaRPr lang="en-US" sz="840" dirty="0">
              <a:solidFill>
                <a:srgbClr val="3A414C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marL="0" indent="0" algn="l">
              <a:lnSpc>
                <a:spcPct val="100000"/>
              </a:lnSpc>
              <a:spcAft>
                <a:spcPts val="300"/>
              </a:spcAft>
              <a:buNone/>
            </a:pPr>
            <a:endParaRPr lang="en-US" sz="840" dirty="0"/>
          </a:p>
        </p:txBody>
      </p:sp>
      <p:sp>
        <p:nvSpPr>
          <p:cNvPr id="103" name="Shape 101"/>
          <p:cNvSpPr/>
          <p:nvPr/>
        </p:nvSpPr>
        <p:spPr>
          <a:xfrm>
            <a:off x="8887968" y="2962656"/>
            <a:ext cx="3035808" cy="1700784"/>
          </a:xfrm>
          <a:prstGeom prst="roundRect">
            <a:avLst>
              <a:gd name="adj" fmla="val 3226"/>
            </a:avLst>
          </a:prstGeom>
          <a:solidFill>
            <a:srgbClr val="FFFFFF"/>
          </a:solidFill>
          <a:ln/>
          <a:effectLst>
            <a:outerShdw blurRad="63500" dist="31750" dir="5400000" algn="bl" rotWithShape="0">
              <a:srgbClr val="1B2A44">
                <a:alpha val="30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104" name="Shape 102"/>
          <p:cNvSpPr/>
          <p:nvPr/>
        </p:nvSpPr>
        <p:spPr>
          <a:xfrm>
            <a:off x="8887968" y="2962656"/>
            <a:ext cx="3035808" cy="365760"/>
          </a:xfrm>
          <a:prstGeom prst="roundRect">
            <a:avLst>
              <a:gd name="adj" fmla="val 20000"/>
            </a:avLst>
          </a:prstGeom>
          <a:solidFill>
            <a:srgbClr val="1F4E9B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05" name="Shape 103"/>
          <p:cNvSpPr/>
          <p:nvPr/>
        </p:nvSpPr>
        <p:spPr>
          <a:xfrm>
            <a:off x="8887968" y="3163824"/>
            <a:ext cx="3035808" cy="182880"/>
          </a:xfrm>
          <a:prstGeom prst="rect">
            <a:avLst/>
          </a:prstGeom>
          <a:solidFill>
            <a:srgbClr val="1F4E9B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07" name="Text 105"/>
          <p:cNvSpPr/>
          <p:nvPr/>
        </p:nvSpPr>
        <p:spPr>
          <a:xfrm>
            <a:off x="8933688" y="2962656"/>
            <a:ext cx="294436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PONTOS DE DECISÃO</a:t>
            </a:r>
            <a:endParaRPr lang="en-US" sz="1050" dirty="0"/>
          </a:p>
        </p:txBody>
      </p:sp>
      <p:sp>
        <p:nvSpPr>
          <p:cNvPr id="108" name="Text 106"/>
          <p:cNvSpPr/>
          <p:nvPr/>
        </p:nvSpPr>
        <p:spPr>
          <a:xfrm>
            <a:off x="9015984" y="3401568"/>
            <a:ext cx="2816352" cy="12070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lnSpc>
                <a:spcPct val="100000"/>
              </a:lnSpc>
              <a:spcAft>
                <a:spcPts val="300"/>
              </a:spcAft>
              <a:buNone/>
            </a:pPr>
            <a:r>
              <a:rPr lang="en-US" sz="840" dirty="0">
                <a:solidFill>
                  <a:srgbClr val="3A41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Aprovação da Requisição</a:t>
            </a:r>
            <a:endParaRPr lang="en-US" sz="840" dirty="0"/>
          </a:p>
          <a:p>
            <a:pPr marL="0" indent="0" algn="l">
              <a:lnSpc>
                <a:spcPct val="100000"/>
              </a:lnSpc>
              <a:spcAft>
                <a:spcPts val="300"/>
              </a:spcAft>
              <a:buNone/>
            </a:pPr>
            <a:r>
              <a:rPr lang="en-US" sz="840" dirty="0">
                <a:solidFill>
                  <a:srgbClr val="3A41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Aprovação RH Custos</a:t>
            </a:r>
            <a:endParaRPr lang="en-US" sz="840" dirty="0"/>
          </a:p>
          <a:p>
            <a:pPr marL="0" indent="0" algn="l">
              <a:lnSpc>
                <a:spcPct val="100000"/>
              </a:lnSpc>
              <a:spcAft>
                <a:spcPts val="300"/>
              </a:spcAft>
              <a:buNone/>
            </a:pPr>
            <a:r>
              <a:rPr lang="en-US" sz="840" dirty="0">
                <a:solidFill>
                  <a:srgbClr val="3A41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Aprovação Entrevista RH</a:t>
            </a:r>
            <a:endParaRPr lang="en-US" sz="840" dirty="0"/>
          </a:p>
          <a:p>
            <a:pPr marL="0" indent="0" algn="l">
              <a:lnSpc>
                <a:spcPct val="100000"/>
              </a:lnSpc>
              <a:spcAft>
                <a:spcPts val="300"/>
              </a:spcAft>
              <a:buNone/>
            </a:pPr>
            <a:r>
              <a:rPr lang="en-US" sz="840" dirty="0">
                <a:solidFill>
                  <a:srgbClr val="3A41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Aprovação Triagem Patrimonial</a:t>
            </a:r>
            <a:endParaRPr lang="en-US" sz="840" dirty="0"/>
          </a:p>
          <a:p>
            <a:pPr marL="0" indent="0" algn="l">
              <a:lnSpc>
                <a:spcPct val="100000"/>
              </a:lnSpc>
              <a:spcAft>
                <a:spcPts val="300"/>
              </a:spcAft>
              <a:buNone/>
            </a:pPr>
            <a:r>
              <a:rPr lang="en-US" sz="840" dirty="0">
                <a:solidFill>
                  <a:srgbClr val="3A41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Aprovação Gestor</a:t>
            </a:r>
            <a:endParaRPr lang="en-US" sz="840" dirty="0"/>
          </a:p>
          <a:p>
            <a:pPr marL="0" indent="0" algn="l">
              <a:lnSpc>
                <a:spcPct val="100000"/>
              </a:lnSpc>
              <a:spcAft>
                <a:spcPts val="300"/>
              </a:spcAft>
              <a:buNone/>
            </a:pPr>
            <a:r>
              <a:rPr lang="en-US" sz="840" dirty="0">
                <a:solidFill>
                  <a:srgbClr val="3A41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Aceite da Proposta</a:t>
            </a:r>
            <a:endParaRPr lang="en-US" sz="840" dirty="0"/>
          </a:p>
        </p:txBody>
      </p:sp>
      <p:sp>
        <p:nvSpPr>
          <p:cNvPr id="109" name="Shape 107"/>
          <p:cNvSpPr/>
          <p:nvPr/>
        </p:nvSpPr>
        <p:spPr>
          <a:xfrm>
            <a:off x="8887968" y="4791456"/>
            <a:ext cx="3035808" cy="1572768"/>
          </a:xfrm>
          <a:prstGeom prst="roundRect">
            <a:avLst>
              <a:gd name="adj" fmla="val 3488"/>
            </a:avLst>
          </a:prstGeom>
          <a:solidFill>
            <a:srgbClr val="FFFFFF"/>
          </a:solidFill>
          <a:ln/>
          <a:effectLst>
            <a:outerShdw blurRad="63500" dist="31750" dir="5400000" algn="bl" rotWithShape="0">
              <a:srgbClr val="1B2A44">
                <a:alpha val="30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110" name="Shape 108"/>
          <p:cNvSpPr/>
          <p:nvPr/>
        </p:nvSpPr>
        <p:spPr>
          <a:xfrm>
            <a:off x="8887968" y="4791456"/>
            <a:ext cx="3035808" cy="365760"/>
          </a:xfrm>
          <a:prstGeom prst="roundRect">
            <a:avLst>
              <a:gd name="adj" fmla="val 20000"/>
            </a:avLst>
          </a:prstGeom>
          <a:solidFill>
            <a:srgbClr val="C0504D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11" name="Shape 109"/>
          <p:cNvSpPr/>
          <p:nvPr/>
        </p:nvSpPr>
        <p:spPr>
          <a:xfrm>
            <a:off x="8887968" y="4992624"/>
            <a:ext cx="3035808" cy="182880"/>
          </a:xfrm>
          <a:prstGeom prst="rect">
            <a:avLst/>
          </a:prstGeom>
          <a:solidFill>
            <a:srgbClr val="C0504D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13" name="Text 111"/>
          <p:cNvSpPr/>
          <p:nvPr/>
        </p:nvSpPr>
        <p:spPr>
          <a:xfrm>
            <a:off x="8933688" y="4791456"/>
            <a:ext cx="294436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POSSÍVEIS ENCERRAMENTOS</a:t>
            </a:r>
            <a:endParaRPr lang="en-US" sz="1050" dirty="0"/>
          </a:p>
        </p:txBody>
      </p:sp>
      <p:sp>
        <p:nvSpPr>
          <p:cNvPr id="114" name="Text 112"/>
          <p:cNvSpPr/>
          <p:nvPr/>
        </p:nvSpPr>
        <p:spPr>
          <a:xfrm>
            <a:off x="9015984" y="5230368"/>
            <a:ext cx="2816352" cy="107899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lnSpc>
                <a:spcPct val="100000"/>
              </a:lnSpc>
              <a:spcAft>
                <a:spcPts val="300"/>
              </a:spcAft>
              <a:buNone/>
            </a:pPr>
            <a:r>
              <a:rPr lang="en-US" sz="840" dirty="0">
                <a:solidFill>
                  <a:srgbClr val="3A41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Reprovação na Entrevista RH</a:t>
            </a:r>
            <a:endParaRPr lang="en-US" sz="840" dirty="0"/>
          </a:p>
          <a:p>
            <a:pPr marL="0" indent="0" algn="l">
              <a:lnSpc>
                <a:spcPct val="100000"/>
              </a:lnSpc>
              <a:spcAft>
                <a:spcPts val="300"/>
              </a:spcAft>
              <a:buNone/>
            </a:pPr>
            <a:r>
              <a:rPr lang="en-US" sz="840" dirty="0">
                <a:solidFill>
                  <a:srgbClr val="3A41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Restrição na Triagem Patrimonial</a:t>
            </a:r>
            <a:endParaRPr lang="en-US" sz="840" dirty="0"/>
          </a:p>
          <a:p>
            <a:pPr marL="0" indent="0" algn="l">
              <a:lnSpc>
                <a:spcPct val="100000"/>
              </a:lnSpc>
              <a:spcAft>
                <a:spcPts val="300"/>
              </a:spcAft>
              <a:buNone/>
            </a:pPr>
            <a:r>
              <a:rPr lang="en-US" sz="840" dirty="0">
                <a:solidFill>
                  <a:srgbClr val="3A41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Reprovação pelo Gestor</a:t>
            </a:r>
            <a:endParaRPr lang="en-US" sz="840" dirty="0"/>
          </a:p>
          <a:p>
            <a:pPr marL="0" indent="0" algn="l">
              <a:lnSpc>
                <a:spcPct val="100000"/>
              </a:lnSpc>
              <a:spcAft>
                <a:spcPts val="300"/>
              </a:spcAft>
              <a:buNone/>
            </a:pPr>
            <a:r>
              <a:rPr lang="en-US" sz="840" dirty="0">
                <a:solidFill>
                  <a:srgbClr val="3A41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Recusa da Proposta</a:t>
            </a:r>
            <a:endParaRPr lang="en-US" sz="840" dirty="0"/>
          </a:p>
          <a:p>
            <a:pPr marL="0" indent="0" algn="l">
              <a:lnSpc>
                <a:spcPct val="100000"/>
              </a:lnSpc>
              <a:spcAft>
                <a:spcPts val="300"/>
              </a:spcAft>
              <a:buNone/>
            </a:pPr>
            <a:r>
              <a:rPr lang="en-US" sz="840" dirty="0">
                <a:solidFill>
                  <a:srgbClr val="3A41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Reabertura da vaga</a:t>
            </a:r>
            <a:endParaRPr lang="en-US" sz="840" dirty="0"/>
          </a:p>
        </p:txBody>
      </p:sp>
      <p:sp>
        <p:nvSpPr>
          <p:cNvPr id="115" name="Text 113"/>
          <p:cNvSpPr/>
          <p:nvPr/>
        </p:nvSpPr>
        <p:spPr>
          <a:xfrm>
            <a:off x="411480" y="6455664"/>
            <a:ext cx="9144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850" b="1" dirty="0">
                <a:solidFill>
                  <a:srgbClr val="3A41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Legenda:</a:t>
            </a:r>
            <a:endParaRPr lang="en-US" sz="850" dirty="0"/>
          </a:p>
        </p:txBody>
      </p:sp>
      <p:sp>
        <p:nvSpPr>
          <p:cNvPr id="116" name="Shape 114"/>
          <p:cNvSpPr/>
          <p:nvPr/>
        </p:nvSpPr>
        <p:spPr>
          <a:xfrm>
            <a:off x="1344168" y="6510528"/>
            <a:ext cx="237744" cy="201168"/>
          </a:xfrm>
          <a:prstGeom prst="roundRect">
            <a:avLst>
              <a:gd name="adj" fmla="val 22727"/>
            </a:avLst>
          </a:prstGeom>
          <a:solidFill>
            <a:srgbClr val="1F4E9B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17" name="Text 115"/>
          <p:cNvSpPr/>
          <p:nvPr/>
        </p:nvSpPr>
        <p:spPr>
          <a:xfrm>
            <a:off x="1627632" y="6455664"/>
            <a:ext cx="12801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6B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Atividade</a:t>
            </a:r>
            <a:endParaRPr lang="en-US" sz="800" dirty="0"/>
          </a:p>
        </p:txBody>
      </p:sp>
      <p:sp>
        <p:nvSpPr>
          <p:cNvPr id="118" name="Shape 116"/>
          <p:cNvSpPr/>
          <p:nvPr/>
        </p:nvSpPr>
        <p:spPr>
          <a:xfrm>
            <a:off x="3127248" y="6510528"/>
            <a:ext cx="237744" cy="201168"/>
          </a:xfrm>
          <a:prstGeom prst="diamond">
            <a:avLst/>
          </a:prstGeom>
          <a:solidFill>
            <a:srgbClr val="E45D4A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19" name="Text 117"/>
          <p:cNvSpPr/>
          <p:nvPr/>
        </p:nvSpPr>
        <p:spPr>
          <a:xfrm>
            <a:off x="3410712" y="6455664"/>
            <a:ext cx="12801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6B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Decisão</a:t>
            </a:r>
            <a:endParaRPr lang="en-US" sz="800" dirty="0"/>
          </a:p>
        </p:txBody>
      </p:sp>
      <p:sp>
        <p:nvSpPr>
          <p:cNvPr id="61" name="Shape 59"/>
          <p:cNvSpPr/>
          <p:nvPr/>
        </p:nvSpPr>
        <p:spPr>
          <a:xfrm>
            <a:off x="3584449" y="1023365"/>
            <a:ext cx="2788912" cy="969265"/>
          </a:xfrm>
          <a:prstGeom prst="roundRect">
            <a:avLst>
              <a:gd name="adj" fmla="val 10465"/>
            </a:avLst>
          </a:prstGeom>
          <a:solidFill>
            <a:srgbClr val="FFFFFF"/>
          </a:solidFill>
          <a:ln/>
          <a:effectLst>
            <a:outerShdw blurRad="63500" dist="31750" dir="5400000" algn="bl" rotWithShape="0">
              <a:srgbClr val="1B2A44">
                <a:alpha val="30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62" name="Shape 60"/>
          <p:cNvSpPr/>
          <p:nvPr/>
        </p:nvSpPr>
        <p:spPr>
          <a:xfrm>
            <a:off x="3584447" y="1023366"/>
            <a:ext cx="123445" cy="969264"/>
          </a:xfrm>
          <a:prstGeom prst="rect">
            <a:avLst/>
          </a:prstGeom>
          <a:solidFill>
            <a:srgbClr val="1F4E9B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63" name="Shape 61"/>
          <p:cNvSpPr/>
          <p:nvPr/>
        </p:nvSpPr>
        <p:spPr>
          <a:xfrm>
            <a:off x="3767328" y="1142238"/>
            <a:ext cx="402336" cy="402336"/>
          </a:xfrm>
          <a:prstGeom prst="ellipse">
            <a:avLst/>
          </a:prstGeom>
          <a:solidFill>
            <a:srgbClr val="1F4E9B"/>
          </a:solidFill>
          <a:ln/>
          <a:effectLst>
            <a:outerShdw blurRad="63500" dist="31750" dir="5400000" algn="bl" rotWithShape="0">
              <a:srgbClr val="1B2A44">
                <a:alpha val="30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64" name="Text 62"/>
          <p:cNvSpPr/>
          <p:nvPr/>
        </p:nvSpPr>
        <p:spPr>
          <a:xfrm>
            <a:off x="3767328" y="1142238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300" dirty="0"/>
          </a:p>
        </p:txBody>
      </p:sp>
      <p:sp>
        <p:nvSpPr>
          <p:cNvPr id="65" name="Text 63"/>
          <p:cNvSpPr/>
          <p:nvPr/>
        </p:nvSpPr>
        <p:spPr>
          <a:xfrm>
            <a:off x="4242816" y="1109091"/>
            <a:ext cx="2039112" cy="7315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150" b="1" dirty="0">
                <a:solidFill>
                  <a:srgbClr val="1630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Entrevista com Gestor</a:t>
            </a:r>
            <a:endParaRPr lang="en-US" sz="1150" dirty="0"/>
          </a:p>
          <a:p>
            <a:r>
              <a:rPr lang="en-US" sz="800" dirty="0">
                <a:solidFill>
                  <a:srgbClr val="6B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Conhecimento técnico · </a:t>
            </a:r>
            <a:r>
              <a:rPr lang="en-US" sz="800" dirty="0" err="1">
                <a:solidFill>
                  <a:srgbClr val="6B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experiência</a:t>
            </a:r>
            <a:endParaRPr lang="en-US" sz="800" dirty="0">
              <a:solidFill>
                <a:srgbClr val="6B7480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r>
              <a:rPr lang="en-US" sz="800" dirty="0">
                <a:solidFill>
                  <a:srgbClr val="6B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Competências · fit com a equipe</a:t>
            </a:r>
            <a:br>
              <a:rPr lang="en-US" sz="800" dirty="0">
                <a:solidFill>
                  <a:srgbClr val="6B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</a:br>
            <a:r>
              <a:rPr lang="en-US" sz="800" dirty="0">
                <a:solidFill>
                  <a:srgbClr val="6B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(Vagas para </a:t>
            </a:r>
            <a:r>
              <a:rPr lang="en-US" sz="800" dirty="0" err="1">
                <a:solidFill>
                  <a:srgbClr val="6B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posição</a:t>
            </a:r>
            <a:r>
              <a:rPr lang="en-US" sz="800" dirty="0">
                <a:solidFill>
                  <a:srgbClr val="6B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de SR </a:t>
            </a:r>
            <a:r>
              <a:rPr lang="en-US" sz="800" dirty="0" err="1">
                <a:solidFill>
                  <a:srgbClr val="6B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acima</a:t>
            </a:r>
            <a:r>
              <a:rPr lang="en-US" sz="800" dirty="0">
                <a:solidFill>
                  <a:srgbClr val="6B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é </a:t>
            </a:r>
            <a:r>
              <a:rPr lang="en-US" sz="800" dirty="0" err="1">
                <a:solidFill>
                  <a:srgbClr val="6B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realizada</a:t>
            </a:r>
            <a:r>
              <a:rPr lang="en-US" sz="800" dirty="0">
                <a:solidFill>
                  <a:srgbClr val="6B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800" dirty="0" err="1">
                <a:solidFill>
                  <a:srgbClr val="6B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entrevista</a:t>
            </a:r>
            <a:r>
              <a:rPr lang="en-US" sz="800" dirty="0">
                <a:solidFill>
                  <a:srgbClr val="6B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com superior </a:t>
            </a:r>
            <a:r>
              <a:rPr lang="en-US" sz="800" dirty="0" err="1">
                <a:solidFill>
                  <a:srgbClr val="6B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imediato</a:t>
            </a:r>
            <a:r>
              <a:rPr lang="en-US" sz="800" dirty="0">
                <a:solidFill>
                  <a:srgbClr val="6B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e gestor da </a:t>
            </a:r>
            <a:r>
              <a:rPr lang="en-US" sz="800" dirty="0" err="1">
                <a:solidFill>
                  <a:srgbClr val="6B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gerência</a:t>
            </a:r>
            <a:r>
              <a:rPr lang="en-US" sz="800" dirty="0">
                <a:solidFill>
                  <a:srgbClr val="6B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)</a:t>
            </a:r>
          </a:p>
        </p:txBody>
      </p:sp>
      <p:sp>
        <p:nvSpPr>
          <p:cNvPr id="69" name="Shape 67"/>
          <p:cNvSpPr/>
          <p:nvPr/>
        </p:nvSpPr>
        <p:spPr>
          <a:xfrm>
            <a:off x="4978908" y="2004060"/>
            <a:ext cx="0" cy="164592"/>
          </a:xfrm>
          <a:prstGeom prst="line">
            <a:avLst/>
          </a:prstGeom>
          <a:noFill/>
          <a:ln w="22860">
            <a:solidFill>
              <a:srgbClr val="2E6CC4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pt-BR"/>
          </a:p>
        </p:txBody>
      </p:sp>
      <p:sp>
        <p:nvSpPr>
          <p:cNvPr id="70" name="Shape 68"/>
          <p:cNvSpPr/>
          <p:nvPr/>
        </p:nvSpPr>
        <p:spPr>
          <a:xfrm>
            <a:off x="4201668" y="2182177"/>
            <a:ext cx="1554480" cy="749808"/>
          </a:xfrm>
          <a:prstGeom prst="diamond">
            <a:avLst/>
          </a:prstGeom>
          <a:solidFill>
            <a:srgbClr val="E45D4A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71" name="Text 69"/>
          <p:cNvSpPr/>
          <p:nvPr/>
        </p:nvSpPr>
        <p:spPr>
          <a:xfrm>
            <a:off x="4201668" y="2115693"/>
            <a:ext cx="155448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630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Candidato</a:t>
            </a:r>
            <a:endParaRPr lang="en-US" sz="900" dirty="0"/>
          </a:p>
          <a:p>
            <a:pPr marL="0" indent="0" algn="ctr">
              <a:buNone/>
            </a:pPr>
            <a:r>
              <a:rPr lang="en-US" sz="900" b="1" dirty="0" err="1">
                <a:solidFill>
                  <a:srgbClr val="1630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Finalista</a:t>
            </a:r>
            <a:r>
              <a:rPr lang="en-US" sz="900" b="1" dirty="0">
                <a:solidFill>
                  <a:srgbClr val="1630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?</a:t>
            </a:r>
            <a:endParaRPr lang="en-US" sz="900" dirty="0"/>
          </a:p>
        </p:txBody>
      </p:sp>
      <p:sp>
        <p:nvSpPr>
          <p:cNvPr id="72" name="Text 70"/>
          <p:cNvSpPr/>
          <p:nvPr/>
        </p:nvSpPr>
        <p:spPr>
          <a:xfrm>
            <a:off x="3787901" y="2307717"/>
            <a:ext cx="502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C050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Não</a:t>
            </a:r>
            <a:endParaRPr lang="en-US" sz="850" dirty="0"/>
          </a:p>
        </p:txBody>
      </p:sp>
      <p:sp>
        <p:nvSpPr>
          <p:cNvPr id="73" name="Shape 71"/>
          <p:cNvSpPr/>
          <p:nvPr/>
        </p:nvSpPr>
        <p:spPr>
          <a:xfrm flipH="1">
            <a:off x="3520440" y="2557081"/>
            <a:ext cx="681228" cy="0"/>
          </a:xfrm>
          <a:prstGeom prst="line">
            <a:avLst/>
          </a:prstGeom>
          <a:noFill/>
          <a:ln w="17780">
            <a:solidFill>
              <a:srgbClr val="C0504D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pt-BR"/>
          </a:p>
        </p:txBody>
      </p:sp>
      <p:sp>
        <p:nvSpPr>
          <p:cNvPr id="74" name="Shape 72"/>
          <p:cNvSpPr/>
          <p:nvPr/>
        </p:nvSpPr>
        <p:spPr>
          <a:xfrm>
            <a:off x="3520440" y="2557081"/>
            <a:ext cx="0" cy="3618547"/>
          </a:xfrm>
          <a:prstGeom prst="line">
            <a:avLst/>
          </a:prstGeom>
          <a:noFill/>
          <a:ln w="17780">
            <a:solidFill>
              <a:srgbClr val="C0504D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pt-BR"/>
          </a:p>
        </p:txBody>
      </p:sp>
      <p:sp>
        <p:nvSpPr>
          <p:cNvPr id="75" name="Shape 73"/>
          <p:cNvSpPr/>
          <p:nvPr/>
        </p:nvSpPr>
        <p:spPr>
          <a:xfrm>
            <a:off x="3520440" y="6175629"/>
            <a:ext cx="310896" cy="0"/>
          </a:xfrm>
          <a:prstGeom prst="line">
            <a:avLst/>
          </a:prstGeom>
          <a:noFill/>
          <a:ln w="17780">
            <a:solidFill>
              <a:srgbClr val="C0504D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pt-BR"/>
          </a:p>
        </p:txBody>
      </p:sp>
      <p:sp>
        <p:nvSpPr>
          <p:cNvPr id="76" name="Shape 74"/>
          <p:cNvSpPr/>
          <p:nvPr/>
        </p:nvSpPr>
        <p:spPr>
          <a:xfrm>
            <a:off x="3831336" y="5919597"/>
            <a:ext cx="2542032" cy="512064"/>
          </a:xfrm>
          <a:prstGeom prst="roundRect">
            <a:avLst>
              <a:gd name="adj" fmla="val 17857"/>
            </a:avLst>
          </a:prstGeom>
          <a:solidFill>
            <a:srgbClr val="F4DAD8"/>
          </a:solidFill>
          <a:ln w="12700">
            <a:solidFill>
              <a:srgbClr val="C0504D"/>
            </a:solidFill>
            <a:prstDash val="solid"/>
          </a:ln>
          <a:effectLst>
            <a:outerShdw blurRad="63500" dist="31750" dir="5400000" algn="bl" rotWithShape="0">
              <a:srgbClr val="1B2A44">
                <a:alpha val="30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77" name="Text 75"/>
          <p:cNvSpPr/>
          <p:nvPr/>
        </p:nvSpPr>
        <p:spPr>
          <a:xfrm>
            <a:off x="3831336" y="5919597"/>
            <a:ext cx="2542032" cy="512064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C050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Não finalista  →  retorna à nova triagem ou nova publicação da vaga</a:t>
            </a:r>
            <a:endParaRPr lang="en-US" sz="800" dirty="0"/>
          </a:p>
        </p:txBody>
      </p:sp>
      <p:sp>
        <p:nvSpPr>
          <p:cNvPr id="78" name="Text 76"/>
          <p:cNvSpPr/>
          <p:nvPr/>
        </p:nvSpPr>
        <p:spPr>
          <a:xfrm>
            <a:off x="5061203" y="2752344"/>
            <a:ext cx="502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</a:t>
            </a:r>
            <a:endParaRPr lang="en-US" sz="850" dirty="0"/>
          </a:p>
        </p:txBody>
      </p:sp>
      <p:sp>
        <p:nvSpPr>
          <p:cNvPr id="79" name="Shape 77"/>
          <p:cNvSpPr/>
          <p:nvPr/>
        </p:nvSpPr>
        <p:spPr>
          <a:xfrm>
            <a:off x="3584448" y="3103245"/>
            <a:ext cx="2788920" cy="731520"/>
          </a:xfrm>
          <a:prstGeom prst="roundRect">
            <a:avLst>
              <a:gd name="adj" fmla="val 11250"/>
            </a:avLst>
          </a:prstGeom>
          <a:solidFill>
            <a:srgbClr val="FFFFFF"/>
          </a:solidFill>
          <a:ln/>
          <a:effectLst>
            <a:outerShdw blurRad="63500" dist="31750" dir="5400000" algn="bl" rotWithShape="0">
              <a:srgbClr val="1B2A44">
                <a:alpha val="30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80" name="Shape 78"/>
          <p:cNvSpPr/>
          <p:nvPr/>
        </p:nvSpPr>
        <p:spPr>
          <a:xfrm>
            <a:off x="3584448" y="3103245"/>
            <a:ext cx="91440" cy="731520"/>
          </a:xfrm>
          <a:prstGeom prst="rect">
            <a:avLst/>
          </a:prstGeom>
          <a:solidFill>
            <a:schemeClr val="accent1">
              <a:lumMod val="75000"/>
            </a:schemeClr>
          </a:solidFill>
          <a:ln w="17780">
            <a:noFill/>
            <a:prstDash val="solid"/>
            <a:headEnd type="none"/>
            <a:tailEnd type="none"/>
          </a:ln>
        </p:spPr>
        <p:txBody>
          <a:bodyPr/>
          <a:lstStyle/>
          <a:p>
            <a:endParaRPr lang="pt-BR"/>
          </a:p>
        </p:txBody>
      </p:sp>
      <p:sp>
        <p:nvSpPr>
          <p:cNvPr id="81" name="Shape 79"/>
          <p:cNvSpPr/>
          <p:nvPr/>
        </p:nvSpPr>
        <p:spPr>
          <a:xfrm>
            <a:off x="3767328" y="3222117"/>
            <a:ext cx="402336" cy="402336"/>
          </a:xfrm>
          <a:prstGeom prst="ellipse">
            <a:avLst/>
          </a:prstGeom>
          <a:solidFill>
            <a:srgbClr val="1F4E9B"/>
          </a:solidFill>
          <a:ln/>
          <a:effectLst>
            <a:outerShdw blurRad="63500" dist="31750" dir="5400000" algn="bl" rotWithShape="0">
              <a:srgbClr val="1B2A44">
                <a:alpha val="30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82" name="Text 80"/>
          <p:cNvSpPr/>
          <p:nvPr/>
        </p:nvSpPr>
        <p:spPr>
          <a:xfrm>
            <a:off x="3767328" y="3222117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300" dirty="0"/>
          </a:p>
        </p:txBody>
      </p:sp>
      <p:sp>
        <p:nvSpPr>
          <p:cNvPr id="83" name="Text 81"/>
          <p:cNvSpPr/>
          <p:nvPr/>
        </p:nvSpPr>
        <p:spPr>
          <a:xfrm>
            <a:off x="4242816" y="3130677"/>
            <a:ext cx="2039112" cy="67665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150" b="1" dirty="0">
                <a:solidFill>
                  <a:srgbClr val="1630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Carta Proposta</a:t>
            </a:r>
            <a:endParaRPr lang="en-US" sz="1150" dirty="0"/>
          </a:p>
          <a:p>
            <a:pPr marL="0" indent="0" algn="l">
              <a:lnSpc>
                <a:spcPct val="100000"/>
              </a:lnSpc>
              <a:buNone/>
            </a:pPr>
            <a:r>
              <a:rPr lang="en-US" sz="800" dirty="0">
                <a:solidFill>
                  <a:srgbClr val="6B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Aprovação RH Custos  ·  Aprovação Gestor</a:t>
            </a:r>
            <a:endParaRPr lang="en-US" sz="1150" dirty="0"/>
          </a:p>
          <a:p>
            <a:pPr marL="0" indent="0" algn="l">
              <a:lnSpc>
                <a:spcPct val="100000"/>
              </a:lnSpc>
              <a:buNone/>
            </a:pPr>
            <a:r>
              <a:rPr lang="en-US" sz="800" dirty="0">
                <a:solidFill>
                  <a:srgbClr val="6B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Formalização da oferta ao candidato</a:t>
            </a:r>
            <a:endParaRPr lang="en-US" sz="1150" dirty="0"/>
          </a:p>
        </p:txBody>
      </p:sp>
      <p:sp>
        <p:nvSpPr>
          <p:cNvPr id="85" name="Shape 83"/>
          <p:cNvSpPr/>
          <p:nvPr/>
        </p:nvSpPr>
        <p:spPr>
          <a:xfrm>
            <a:off x="3584448" y="3981069"/>
            <a:ext cx="2788920" cy="786384"/>
          </a:xfrm>
          <a:prstGeom prst="roundRect">
            <a:avLst>
              <a:gd name="adj" fmla="val 10465"/>
            </a:avLst>
          </a:prstGeom>
          <a:solidFill>
            <a:srgbClr val="FFFFFF"/>
          </a:solidFill>
          <a:ln/>
          <a:effectLst>
            <a:outerShdw blurRad="63500" dist="31750" dir="5400000" algn="bl" rotWithShape="0">
              <a:srgbClr val="1B2A44">
                <a:alpha val="30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86" name="Shape 84"/>
          <p:cNvSpPr/>
          <p:nvPr/>
        </p:nvSpPr>
        <p:spPr>
          <a:xfrm>
            <a:off x="3584448" y="3981069"/>
            <a:ext cx="91440" cy="786384"/>
          </a:xfrm>
          <a:prstGeom prst="rect">
            <a:avLst/>
          </a:prstGeom>
          <a:solidFill>
            <a:srgbClr val="1F4E9B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87" name="Shape 85"/>
          <p:cNvSpPr/>
          <p:nvPr/>
        </p:nvSpPr>
        <p:spPr>
          <a:xfrm>
            <a:off x="3767328" y="4099941"/>
            <a:ext cx="402336" cy="402336"/>
          </a:xfrm>
          <a:prstGeom prst="ellipse">
            <a:avLst/>
          </a:prstGeom>
          <a:solidFill>
            <a:srgbClr val="1F4E9B"/>
          </a:solidFill>
          <a:ln/>
          <a:effectLst>
            <a:outerShdw blurRad="63500" dist="31750" dir="5400000" algn="bl" rotWithShape="0">
              <a:srgbClr val="1B2A44">
                <a:alpha val="30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88" name="Text 86"/>
          <p:cNvSpPr/>
          <p:nvPr/>
        </p:nvSpPr>
        <p:spPr>
          <a:xfrm>
            <a:off x="3767328" y="4099941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300" dirty="0"/>
          </a:p>
        </p:txBody>
      </p:sp>
      <p:sp>
        <p:nvSpPr>
          <p:cNvPr id="89" name="Text 87"/>
          <p:cNvSpPr/>
          <p:nvPr/>
        </p:nvSpPr>
        <p:spPr>
          <a:xfrm>
            <a:off x="4242816" y="4008501"/>
            <a:ext cx="2039112" cy="7315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150" b="1" dirty="0">
                <a:solidFill>
                  <a:srgbClr val="1630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Formalização &amp; Assinatura</a:t>
            </a:r>
            <a:endParaRPr lang="en-US" sz="1150" dirty="0"/>
          </a:p>
          <a:p>
            <a:pPr marL="0" indent="0" algn="l">
              <a:lnSpc>
                <a:spcPct val="100000"/>
              </a:lnSpc>
              <a:buNone/>
            </a:pPr>
            <a:r>
              <a:rPr lang="en-US" sz="800" dirty="0">
                <a:solidFill>
                  <a:srgbClr val="6B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Envio por e-mail da proposta</a:t>
            </a:r>
            <a:endParaRPr lang="en-US" sz="1150" dirty="0"/>
          </a:p>
          <a:p>
            <a:pPr marL="0" indent="0" algn="l">
              <a:lnSpc>
                <a:spcPct val="100000"/>
              </a:lnSpc>
              <a:buNone/>
            </a:pPr>
            <a:r>
              <a:rPr lang="en-US" sz="800" dirty="0">
                <a:solidFill>
                  <a:srgbClr val="6B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Assinatura eletrônica via GOV.BR</a:t>
            </a:r>
            <a:endParaRPr lang="en-US" sz="1150" dirty="0"/>
          </a:p>
          <a:p>
            <a:pPr marL="0" indent="0" algn="l">
              <a:lnSpc>
                <a:spcPct val="100000"/>
              </a:lnSpc>
              <a:buNone/>
            </a:pPr>
            <a:r>
              <a:rPr lang="en-US" sz="800" dirty="0">
                <a:solidFill>
                  <a:srgbClr val="6B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Aceite do candidato</a:t>
            </a:r>
            <a:endParaRPr lang="en-US" sz="1150" dirty="0"/>
          </a:p>
        </p:txBody>
      </p:sp>
      <p:sp>
        <p:nvSpPr>
          <p:cNvPr id="90" name="Shape 88"/>
          <p:cNvSpPr/>
          <p:nvPr/>
        </p:nvSpPr>
        <p:spPr>
          <a:xfrm>
            <a:off x="4978908" y="3834765"/>
            <a:ext cx="0" cy="146304"/>
          </a:xfrm>
          <a:prstGeom prst="line">
            <a:avLst/>
          </a:prstGeom>
          <a:noFill/>
          <a:ln w="22860">
            <a:solidFill>
              <a:srgbClr val="2E6CC4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pt-BR"/>
          </a:p>
        </p:txBody>
      </p:sp>
      <p:sp>
        <p:nvSpPr>
          <p:cNvPr id="91" name="Shape 89"/>
          <p:cNvSpPr/>
          <p:nvPr/>
        </p:nvSpPr>
        <p:spPr>
          <a:xfrm>
            <a:off x="3584448" y="4932045"/>
            <a:ext cx="2788920" cy="822960"/>
          </a:xfrm>
          <a:prstGeom prst="roundRect">
            <a:avLst>
              <a:gd name="adj" fmla="val 10000"/>
            </a:avLst>
          </a:prstGeom>
          <a:solidFill>
            <a:srgbClr val="EAF5EC"/>
          </a:solidFill>
          <a:ln/>
          <a:effectLst>
            <a:outerShdw blurRad="63500" dist="31750" dir="5400000" algn="bl" rotWithShape="0">
              <a:srgbClr val="1B2A44">
                <a:alpha val="30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92" name="Shape 90"/>
          <p:cNvSpPr/>
          <p:nvPr/>
        </p:nvSpPr>
        <p:spPr>
          <a:xfrm>
            <a:off x="3584448" y="4932045"/>
            <a:ext cx="91440" cy="822960"/>
          </a:xfrm>
          <a:prstGeom prst="rect">
            <a:avLst/>
          </a:prstGeom>
          <a:solidFill>
            <a:srgbClr val="E45D4A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93" name="Shape 91"/>
          <p:cNvSpPr/>
          <p:nvPr/>
        </p:nvSpPr>
        <p:spPr>
          <a:xfrm>
            <a:off x="3767328" y="5050917"/>
            <a:ext cx="402336" cy="402336"/>
          </a:xfrm>
          <a:prstGeom prst="ellipse">
            <a:avLst/>
          </a:prstGeom>
          <a:solidFill>
            <a:srgbClr val="E45D4A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94" name="Text 92"/>
          <p:cNvSpPr/>
          <p:nvPr/>
        </p:nvSpPr>
        <p:spPr>
          <a:xfrm>
            <a:off x="3767328" y="5050917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300" dirty="0"/>
          </a:p>
        </p:txBody>
      </p:sp>
      <p:sp>
        <p:nvSpPr>
          <p:cNvPr id="95" name="Text 93"/>
          <p:cNvSpPr/>
          <p:nvPr/>
        </p:nvSpPr>
        <p:spPr>
          <a:xfrm>
            <a:off x="4242816" y="4959477"/>
            <a:ext cx="2039112" cy="76809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150" b="1" dirty="0">
                <a:solidFill>
                  <a:srgbClr val="1B5E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Seleção Concluída</a:t>
            </a:r>
            <a:endParaRPr lang="en-US" sz="1150" dirty="0"/>
          </a:p>
          <a:p>
            <a:pPr marL="0" indent="0" algn="l">
              <a:lnSpc>
                <a:spcPct val="100000"/>
              </a:lnSpc>
              <a:buNone/>
            </a:pPr>
            <a:r>
              <a:rPr lang="en-US" sz="800" dirty="0">
                <a:solidFill>
                  <a:srgbClr val="6B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Onboarding do novo colaborador</a:t>
            </a:r>
            <a:endParaRPr lang="en-US" sz="1150" dirty="0"/>
          </a:p>
          <a:p>
            <a:pPr marL="0" indent="0" algn="l">
              <a:lnSpc>
                <a:spcPct val="100000"/>
              </a:lnSpc>
              <a:buNone/>
            </a:pPr>
            <a:r>
              <a:rPr lang="en-US" sz="800" dirty="0">
                <a:solidFill>
                  <a:srgbClr val="6B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Integração à equipe e à empresa</a:t>
            </a:r>
            <a:endParaRPr lang="en-US" sz="1150" dirty="0"/>
          </a:p>
        </p:txBody>
      </p:sp>
      <p:sp>
        <p:nvSpPr>
          <p:cNvPr id="96" name="Shape 94"/>
          <p:cNvSpPr/>
          <p:nvPr/>
        </p:nvSpPr>
        <p:spPr>
          <a:xfrm>
            <a:off x="4978908" y="4767453"/>
            <a:ext cx="0" cy="164592"/>
          </a:xfrm>
          <a:prstGeom prst="line">
            <a:avLst/>
          </a:prstGeom>
          <a:noFill/>
          <a:ln w="22860">
            <a:solidFill>
              <a:srgbClr val="2E7D32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pt-BR"/>
          </a:p>
        </p:txBody>
      </p:sp>
      <p:sp>
        <p:nvSpPr>
          <p:cNvPr id="122" name="Shape 120"/>
          <p:cNvSpPr/>
          <p:nvPr/>
        </p:nvSpPr>
        <p:spPr>
          <a:xfrm>
            <a:off x="4562856" y="6528054"/>
            <a:ext cx="237744" cy="201168"/>
          </a:xfrm>
          <a:prstGeom prst="roundRect">
            <a:avLst>
              <a:gd name="adj" fmla="val 22727"/>
            </a:avLst>
          </a:prstGeom>
          <a:solidFill>
            <a:srgbClr val="EAF5EC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23" name="Text 121"/>
          <p:cNvSpPr/>
          <p:nvPr/>
        </p:nvSpPr>
        <p:spPr>
          <a:xfrm>
            <a:off x="4800600" y="6467864"/>
            <a:ext cx="12801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6B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Conclusão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86384"/>
          </a:xfrm>
          <a:prstGeom prst="rect">
            <a:avLst/>
          </a:prstGeom>
          <a:solidFill>
            <a:srgbClr val="16305C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3" name="Shape 1"/>
          <p:cNvSpPr/>
          <p:nvPr/>
        </p:nvSpPr>
        <p:spPr>
          <a:xfrm>
            <a:off x="0" y="786384"/>
            <a:ext cx="12191695" cy="54864"/>
          </a:xfrm>
          <a:prstGeom prst="rect">
            <a:avLst/>
          </a:prstGeom>
          <a:solidFill>
            <a:srgbClr val="E45D4A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4" name="Text 2"/>
          <p:cNvSpPr/>
          <p:nvPr/>
        </p:nvSpPr>
        <p:spPr>
          <a:xfrm>
            <a:off x="365760" y="0"/>
            <a:ext cx="8686800" cy="7863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Visão Executiva do Processo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-1869640" y="576072"/>
            <a:ext cx="3657600" cy="7863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b="1" dirty="0">
                <a:solidFill>
                  <a:schemeClr val="accent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Linha do tempo — 8 etapas</a:t>
            </a:r>
            <a:endParaRPr lang="en-US" sz="1100" dirty="0">
              <a:solidFill>
                <a:schemeClr val="accent2"/>
              </a:solidFill>
            </a:endParaRPr>
          </a:p>
        </p:txBody>
      </p:sp>
      <p:sp>
        <p:nvSpPr>
          <p:cNvPr id="6" name="Shape 4"/>
          <p:cNvSpPr/>
          <p:nvPr/>
        </p:nvSpPr>
        <p:spPr>
          <a:xfrm>
            <a:off x="868680" y="3493008"/>
            <a:ext cx="10469880" cy="54864"/>
          </a:xfrm>
          <a:prstGeom prst="rect">
            <a:avLst/>
          </a:prstGeom>
          <a:solidFill>
            <a:srgbClr val="D7DCE4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7" name="Shape 5"/>
          <p:cNvSpPr/>
          <p:nvPr/>
        </p:nvSpPr>
        <p:spPr>
          <a:xfrm flipV="1">
            <a:off x="868680" y="3017520"/>
            <a:ext cx="0" cy="182880"/>
          </a:xfrm>
          <a:prstGeom prst="line">
            <a:avLst/>
          </a:prstGeom>
          <a:noFill/>
          <a:ln w="17780">
            <a:solidFill>
              <a:srgbClr val="1F4E9B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pt-BR"/>
          </a:p>
        </p:txBody>
      </p:sp>
      <p:sp>
        <p:nvSpPr>
          <p:cNvPr id="8" name="Shape 6"/>
          <p:cNvSpPr/>
          <p:nvPr/>
        </p:nvSpPr>
        <p:spPr>
          <a:xfrm>
            <a:off x="219456" y="1810512"/>
            <a:ext cx="1298448" cy="1207008"/>
          </a:xfrm>
          <a:prstGeom prst="roundRect">
            <a:avLst>
              <a:gd name="adj" fmla="val 6061"/>
            </a:avLst>
          </a:prstGeom>
          <a:solidFill>
            <a:srgbClr val="FFFFFF"/>
          </a:solidFill>
          <a:ln w="9525">
            <a:solidFill>
              <a:srgbClr val="D7DCE4"/>
            </a:solidFill>
            <a:prstDash val="solid"/>
          </a:ln>
          <a:effectLst>
            <a:outerShdw blurRad="63500" dist="31750" dir="5400000" algn="bl" rotWithShape="0">
              <a:srgbClr val="1B2A44">
                <a:alpha val="30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9" name="Shape 7"/>
          <p:cNvSpPr/>
          <p:nvPr/>
        </p:nvSpPr>
        <p:spPr>
          <a:xfrm>
            <a:off x="219456" y="1810512"/>
            <a:ext cx="1298448" cy="82296"/>
          </a:xfrm>
          <a:prstGeom prst="rect">
            <a:avLst/>
          </a:prstGeom>
          <a:solidFill>
            <a:srgbClr val="1F4E9B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0" name="Text 8"/>
          <p:cNvSpPr/>
          <p:nvPr/>
        </p:nvSpPr>
        <p:spPr>
          <a:xfrm>
            <a:off x="274320" y="1920240"/>
            <a:ext cx="1188720" cy="106070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lnSpc>
                <a:spcPct val="100000"/>
              </a:lnSpc>
              <a:spcAft>
                <a:spcPts val="400"/>
              </a:spcAft>
              <a:buNone/>
            </a:pPr>
            <a:r>
              <a:rPr lang="en-US" sz="1200" b="1" dirty="0">
                <a:solidFill>
                  <a:srgbClr val="1630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Requisição</a:t>
            </a:r>
            <a:endParaRPr lang="en-US" sz="1200" dirty="0"/>
          </a:p>
          <a:p>
            <a:pPr marL="0" indent="0" algn="ctr">
              <a:lnSpc>
                <a:spcPct val="100000"/>
              </a:lnSpc>
              <a:buNone/>
            </a:pPr>
            <a:r>
              <a:rPr lang="en-US" sz="830" dirty="0">
                <a:solidFill>
                  <a:srgbClr val="6B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Abertura da vaga pelo gestor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12648" y="3264408"/>
            <a:ext cx="512064" cy="512064"/>
          </a:xfrm>
          <a:prstGeom prst="ellipse">
            <a:avLst/>
          </a:prstGeom>
          <a:solidFill>
            <a:srgbClr val="1F4E9B"/>
          </a:solidFill>
          <a:ln/>
          <a:effectLst>
            <a:outerShdw blurRad="63500" dist="31750" dir="5400000" algn="bl" rotWithShape="0">
              <a:srgbClr val="1B2A44">
                <a:alpha val="30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12" name="Text 10"/>
          <p:cNvSpPr/>
          <p:nvPr/>
        </p:nvSpPr>
        <p:spPr>
          <a:xfrm>
            <a:off x="612648" y="3264408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2364377" y="3840480"/>
            <a:ext cx="0" cy="182880"/>
          </a:xfrm>
          <a:prstGeom prst="line">
            <a:avLst/>
          </a:prstGeom>
          <a:noFill/>
          <a:ln w="17780">
            <a:solidFill>
              <a:srgbClr val="D99400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pt-BR"/>
          </a:p>
        </p:txBody>
      </p:sp>
      <p:sp>
        <p:nvSpPr>
          <p:cNvPr id="14" name="Shape 12"/>
          <p:cNvSpPr/>
          <p:nvPr/>
        </p:nvSpPr>
        <p:spPr>
          <a:xfrm>
            <a:off x="1715153" y="4023360"/>
            <a:ext cx="1298448" cy="1207008"/>
          </a:xfrm>
          <a:prstGeom prst="roundRect">
            <a:avLst>
              <a:gd name="adj" fmla="val 6061"/>
            </a:avLst>
          </a:prstGeom>
          <a:solidFill>
            <a:srgbClr val="FFFFFF"/>
          </a:solidFill>
          <a:ln w="9525">
            <a:solidFill>
              <a:srgbClr val="D7DCE4"/>
            </a:solidFill>
            <a:prstDash val="solid"/>
          </a:ln>
          <a:effectLst>
            <a:outerShdw blurRad="63500" dist="31750" dir="5400000" algn="bl" rotWithShape="0">
              <a:srgbClr val="1B2A44">
                <a:alpha val="30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15" name="Shape 13"/>
          <p:cNvSpPr/>
          <p:nvPr/>
        </p:nvSpPr>
        <p:spPr>
          <a:xfrm>
            <a:off x="1715153" y="4023360"/>
            <a:ext cx="1298448" cy="82296"/>
          </a:xfrm>
          <a:prstGeom prst="rect">
            <a:avLst/>
          </a:prstGeom>
          <a:solidFill>
            <a:srgbClr val="E45D4A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6" name="Text 14"/>
          <p:cNvSpPr/>
          <p:nvPr/>
        </p:nvSpPr>
        <p:spPr>
          <a:xfrm>
            <a:off x="1770017" y="4133088"/>
            <a:ext cx="1188720" cy="106070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lnSpc>
                <a:spcPct val="100000"/>
              </a:lnSpc>
              <a:spcAft>
                <a:spcPts val="400"/>
              </a:spcAft>
              <a:buNone/>
            </a:pPr>
            <a:r>
              <a:rPr lang="en-US" sz="1200" b="1" dirty="0">
                <a:solidFill>
                  <a:srgbClr val="1630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Divulgação</a:t>
            </a:r>
            <a:endParaRPr lang="en-US" sz="1200" dirty="0"/>
          </a:p>
          <a:p>
            <a:pPr marL="0" indent="0" algn="ctr">
              <a:lnSpc>
                <a:spcPct val="100000"/>
              </a:lnSpc>
              <a:buNone/>
            </a:pPr>
            <a:r>
              <a:rPr lang="en-US" sz="830" dirty="0">
                <a:solidFill>
                  <a:srgbClr val="6B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Publicação na Pandapé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2108345" y="3264408"/>
            <a:ext cx="512064" cy="512064"/>
          </a:xfrm>
          <a:prstGeom prst="ellipse">
            <a:avLst/>
          </a:prstGeom>
          <a:solidFill>
            <a:srgbClr val="E45D4A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8" name="Text 16"/>
          <p:cNvSpPr/>
          <p:nvPr/>
        </p:nvSpPr>
        <p:spPr>
          <a:xfrm>
            <a:off x="2108345" y="3264408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500" dirty="0"/>
          </a:p>
        </p:txBody>
      </p:sp>
      <p:sp>
        <p:nvSpPr>
          <p:cNvPr id="19" name="Shape 17"/>
          <p:cNvSpPr/>
          <p:nvPr/>
        </p:nvSpPr>
        <p:spPr>
          <a:xfrm flipV="1">
            <a:off x="3860074" y="3017520"/>
            <a:ext cx="0" cy="182880"/>
          </a:xfrm>
          <a:prstGeom prst="line">
            <a:avLst/>
          </a:prstGeom>
          <a:noFill/>
          <a:ln w="17780">
            <a:solidFill>
              <a:srgbClr val="1F4E9B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pt-BR"/>
          </a:p>
        </p:txBody>
      </p:sp>
      <p:sp>
        <p:nvSpPr>
          <p:cNvPr id="20" name="Shape 18"/>
          <p:cNvSpPr/>
          <p:nvPr/>
        </p:nvSpPr>
        <p:spPr>
          <a:xfrm>
            <a:off x="3210850" y="1810512"/>
            <a:ext cx="1298448" cy="1207008"/>
          </a:xfrm>
          <a:prstGeom prst="roundRect">
            <a:avLst>
              <a:gd name="adj" fmla="val 6061"/>
            </a:avLst>
          </a:prstGeom>
          <a:solidFill>
            <a:srgbClr val="FFFFFF"/>
          </a:solidFill>
          <a:ln w="9525">
            <a:solidFill>
              <a:srgbClr val="D7DCE4"/>
            </a:solidFill>
            <a:prstDash val="solid"/>
          </a:ln>
          <a:effectLst>
            <a:outerShdw blurRad="63500" dist="31750" dir="5400000" algn="bl" rotWithShape="0">
              <a:srgbClr val="1B2A44">
                <a:alpha val="30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21" name="Shape 19"/>
          <p:cNvSpPr/>
          <p:nvPr/>
        </p:nvSpPr>
        <p:spPr>
          <a:xfrm>
            <a:off x="3210850" y="1810512"/>
            <a:ext cx="1298448" cy="82296"/>
          </a:xfrm>
          <a:prstGeom prst="rect">
            <a:avLst/>
          </a:prstGeom>
          <a:solidFill>
            <a:srgbClr val="1F4E9B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22" name="Text 20"/>
          <p:cNvSpPr/>
          <p:nvPr/>
        </p:nvSpPr>
        <p:spPr>
          <a:xfrm>
            <a:off x="3265714" y="1920240"/>
            <a:ext cx="1188720" cy="106070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lnSpc>
                <a:spcPct val="100000"/>
              </a:lnSpc>
              <a:spcAft>
                <a:spcPts val="400"/>
              </a:spcAft>
              <a:buNone/>
            </a:pPr>
            <a:r>
              <a:rPr lang="en-US" sz="1200" b="1" dirty="0">
                <a:solidFill>
                  <a:srgbClr val="1630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Triagem</a:t>
            </a:r>
            <a:endParaRPr lang="en-US" sz="1200" dirty="0"/>
          </a:p>
          <a:p>
            <a:pPr marL="0" indent="0" algn="ctr">
              <a:lnSpc>
                <a:spcPct val="100000"/>
              </a:lnSpc>
              <a:buNone/>
            </a:pPr>
            <a:r>
              <a:rPr lang="en-US" sz="830" dirty="0">
                <a:solidFill>
                  <a:srgbClr val="6B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Análise de currículos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3604042" y="3264408"/>
            <a:ext cx="512064" cy="512064"/>
          </a:xfrm>
          <a:prstGeom prst="ellipse">
            <a:avLst/>
          </a:prstGeom>
          <a:solidFill>
            <a:srgbClr val="1F4E9B"/>
          </a:solidFill>
          <a:ln/>
          <a:effectLst>
            <a:outerShdw blurRad="63500" dist="31750" dir="5400000" algn="bl" rotWithShape="0">
              <a:srgbClr val="1B2A44">
                <a:alpha val="30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24" name="Text 22"/>
          <p:cNvSpPr/>
          <p:nvPr/>
        </p:nvSpPr>
        <p:spPr>
          <a:xfrm>
            <a:off x="3604042" y="3264408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500" dirty="0"/>
          </a:p>
        </p:txBody>
      </p:sp>
      <p:sp>
        <p:nvSpPr>
          <p:cNvPr id="25" name="Shape 23"/>
          <p:cNvSpPr/>
          <p:nvPr/>
        </p:nvSpPr>
        <p:spPr>
          <a:xfrm>
            <a:off x="5355771" y="3840480"/>
            <a:ext cx="0" cy="182880"/>
          </a:xfrm>
          <a:prstGeom prst="line">
            <a:avLst/>
          </a:prstGeom>
          <a:noFill/>
          <a:ln w="17780">
            <a:solidFill>
              <a:srgbClr val="D99400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pt-BR"/>
          </a:p>
        </p:txBody>
      </p:sp>
      <p:sp>
        <p:nvSpPr>
          <p:cNvPr id="26" name="Shape 24"/>
          <p:cNvSpPr/>
          <p:nvPr/>
        </p:nvSpPr>
        <p:spPr>
          <a:xfrm>
            <a:off x="4706547" y="4023360"/>
            <a:ext cx="1298448" cy="1207008"/>
          </a:xfrm>
          <a:prstGeom prst="roundRect">
            <a:avLst>
              <a:gd name="adj" fmla="val 6061"/>
            </a:avLst>
          </a:prstGeom>
          <a:solidFill>
            <a:srgbClr val="FFFFFF"/>
          </a:solidFill>
          <a:ln w="9525">
            <a:solidFill>
              <a:srgbClr val="D7DCE4"/>
            </a:solidFill>
            <a:prstDash val="solid"/>
          </a:ln>
          <a:effectLst>
            <a:outerShdw blurRad="63500" dist="31750" dir="5400000" algn="bl" rotWithShape="0">
              <a:srgbClr val="1B2A44">
                <a:alpha val="30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27" name="Shape 25"/>
          <p:cNvSpPr/>
          <p:nvPr/>
        </p:nvSpPr>
        <p:spPr>
          <a:xfrm>
            <a:off x="4706547" y="4023360"/>
            <a:ext cx="1298448" cy="82296"/>
          </a:xfrm>
          <a:prstGeom prst="rect">
            <a:avLst/>
          </a:prstGeom>
          <a:solidFill>
            <a:srgbClr val="E45D4A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28" name="Text 26"/>
          <p:cNvSpPr/>
          <p:nvPr/>
        </p:nvSpPr>
        <p:spPr>
          <a:xfrm>
            <a:off x="4761411" y="4133088"/>
            <a:ext cx="1188720" cy="106070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lnSpc>
                <a:spcPct val="100000"/>
              </a:lnSpc>
              <a:spcAft>
                <a:spcPts val="400"/>
              </a:spcAft>
              <a:buNone/>
            </a:pPr>
            <a:r>
              <a:rPr lang="en-US" sz="1200" b="1" dirty="0">
                <a:solidFill>
                  <a:srgbClr val="1630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Entrevistas</a:t>
            </a:r>
            <a:endParaRPr lang="en-US" sz="1200" dirty="0"/>
          </a:p>
          <a:p>
            <a:pPr marL="0" indent="0" algn="ctr">
              <a:lnSpc>
                <a:spcPct val="100000"/>
              </a:lnSpc>
              <a:buNone/>
            </a:pPr>
            <a:r>
              <a:rPr lang="en-US" sz="830" dirty="0">
                <a:solidFill>
                  <a:srgbClr val="6B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RH e gestor</a:t>
            </a:r>
            <a:br>
              <a:rPr lang="en-US" sz="830" dirty="0">
                <a:solidFill>
                  <a:srgbClr val="6B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</a:b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5099739" y="3264408"/>
            <a:ext cx="512064" cy="512064"/>
          </a:xfrm>
          <a:prstGeom prst="ellipse">
            <a:avLst/>
          </a:prstGeom>
          <a:solidFill>
            <a:srgbClr val="E45D4A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30" name="Text 28"/>
          <p:cNvSpPr/>
          <p:nvPr/>
        </p:nvSpPr>
        <p:spPr>
          <a:xfrm>
            <a:off x="5099739" y="3264408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500" dirty="0"/>
          </a:p>
        </p:txBody>
      </p:sp>
      <p:sp>
        <p:nvSpPr>
          <p:cNvPr id="31" name="Shape 29"/>
          <p:cNvSpPr/>
          <p:nvPr/>
        </p:nvSpPr>
        <p:spPr>
          <a:xfrm flipV="1">
            <a:off x="6851469" y="3017520"/>
            <a:ext cx="0" cy="182880"/>
          </a:xfrm>
          <a:prstGeom prst="line">
            <a:avLst/>
          </a:prstGeom>
          <a:noFill/>
          <a:ln w="17780">
            <a:solidFill>
              <a:srgbClr val="1F4E9B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pt-BR"/>
          </a:p>
        </p:txBody>
      </p:sp>
      <p:sp>
        <p:nvSpPr>
          <p:cNvPr id="32" name="Shape 30"/>
          <p:cNvSpPr/>
          <p:nvPr/>
        </p:nvSpPr>
        <p:spPr>
          <a:xfrm>
            <a:off x="6202245" y="1810512"/>
            <a:ext cx="1298448" cy="1207008"/>
          </a:xfrm>
          <a:prstGeom prst="roundRect">
            <a:avLst>
              <a:gd name="adj" fmla="val 6061"/>
            </a:avLst>
          </a:prstGeom>
          <a:solidFill>
            <a:srgbClr val="FFFFFF"/>
          </a:solidFill>
          <a:ln w="9525">
            <a:solidFill>
              <a:srgbClr val="D7DCE4"/>
            </a:solidFill>
            <a:prstDash val="solid"/>
          </a:ln>
          <a:effectLst>
            <a:outerShdw blurRad="63500" dist="31750" dir="5400000" algn="bl" rotWithShape="0">
              <a:srgbClr val="1B2A44">
                <a:alpha val="30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33" name="Shape 31"/>
          <p:cNvSpPr/>
          <p:nvPr/>
        </p:nvSpPr>
        <p:spPr>
          <a:xfrm>
            <a:off x="6202245" y="1810512"/>
            <a:ext cx="1298448" cy="82296"/>
          </a:xfrm>
          <a:prstGeom prst="rect">
            <a:avLst/>
          </a:prstGeom>
          <a:solidFill>
            <a:srgbClr val="1F4E9B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34" name="Text 32"/>
          <p:cNvSpPr/>
          <p:nvPr/>
        </p:nvSpPr>
        <p:spPr>
          <a:xfrm>
            <a:off x="6257109" y="1920240"/>
            <a:ext cx="1188720" cy="106070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lnSpc>
                <a:spcPct val="100000"/>
              </a:lnSpc>
              <a:spcAft>
                <a:spcPts val="400"/>
              </a:spcAft>
              <a:buNone/>
            </a:pPr>
            <a:r>
              <a:rPr lang="en-US" sz="1200" b="1" dirty="0">
                <a:solidFill>
                  <a:srgbClr val="1630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Aprovação</a:t>
            </a:r>
            <a:endParaRPr lang="en-US" sz="1200" dirty="0"/>
          </a:p>
          <a:p>
            <a:pPr marL="0" indent="0" algn="ctr">
              <a:lnSpc>
                <a:spcPct val="100000"/>
              </a:lnSpc>
              <a:buNone/>
            </a:pPr>
            <a:r>
              <a:rPr lang="en-US" sz="830" dirty="0">
                <a:solidFill>
                  <a:srgbClr val="6B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Decisões e validações</a:t>
            </a:r>
            <a:endParaRPr lang="en-US" sz="1200" dirty="0"/>
          </a:p>
        </p:txBody>
      </p:sp>
      <p:sp>
        <p:nvSpPr>
          <p:cNvPr id="35" name="Shape 33"/>
          <p:cNvSpPr/>
          <p:nvPr/>
        </p:nvSpPr>
        <p:spPr>
          <a:xfrm>
            <a:off x="6595437" y="3264408"/>
            <a:ext cx="512064" cy="512064"/>
          </a:xfrm>
          <a:prstGeom prst="ellipse">
            <a:avLst/>
          </a:prstGeom>
          <a:solidFill>
            <a:srgbClr val="1F4E9B"/>
          </a:solidFill>
          <a:ln/>
          <a:effectLst>
            <a:outerShdw blurRad="63500" dist="31750" dir="5400000" algn="bl" rotWithShape="0">
              <a:srgbClr val="1B2A44">
                <a:alpha val="30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36" name="Text 34"/>
          <p:cNvSpPr/>
          <p:nvPr/>
        </p:nvSpPr>
        <p:spPr>
          <a:xfrm>
            <a:off x="6595437" y="3264408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500" dirty="0"/>
          </a:p>
        </p:txBody>
      </p:sp>
      <p:sp>
        <p:nvSpPr>
          <p:cNvPr id="37" name="Shape 35"/>
          <p:cNvSpPr/>
          <p:nvPr/>
        </p:nvSpPr>
        <p:spPr>
          <a:xfrm>
            <a:off x="8347166" y="3840480"/>
            <a:ext cx="0" cy="182880"/>
          </a:xfrm>
          <a:prstGeom prst="line">
            <a:avLst/>
          </a:prstGeom>
          <a:noFill/>
          <a:ln w="17780">
            <a:solidFill>
              <a:srgbClr val="D99400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pt-BR"/>
          </a:p>
        </p:txBody>
      </p:sp>
      <p:sp>
        <p:nvSpPr>
          <p:cNvPr id="38" name="Shape 36"/>
          <p:cNvSpPr/>
          <p:nvPr/>
        </p:nvSpPr>
        <p:spPr>
          <a:xfrm>
            <a:off x="7697942" y="4023360"/>
            <a:ext cx="1298448" cy="1207008"/>
          </a:xfrm>
          <a:prstGeom prst="roundRect">
            <a:avLst>
              <a:gd name="adj" fmla="val 6061"/>
            </a:avLst>
          </a:prstGeom>
          <a:solidFill>
            <a:srgbClr val="FFFFFF"/>
          </a:solidFill>
          <a:ln w="9525">
            <a:solidFill>
              <a:srgbClr val="D7DCE4"/>
            </a:solidFill>
            <a:prstDash val="solid"/>
          </a:ln>
          <a:effectLst>
            <a:outerShdw blurRad="63500" dist="31750" dir="5400000" algn="bl" rotWithShape="0">
              <a:srgbClr val="1B2A44">
                <a:alpha val="30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39" name="Shape 37"/>
          <p:cNvSpPr/>
          <p:nvPr/>
        </p:nvSpPr>
        <p:spPr>
          <a:xfrm>
            <a:off x="7697942" y="4023360"/>
            <a:ext cx="1298448" cy="82296"/>
          </a:xfrm>
          <a:prstGeom prst="rect">
            <a:avLst/>
          </a:prstGeom>
          <a:solidFill>
            <a:srgbClr val="E45D4A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40" name="Text 38"/>
          <p:cNvSpPr/>
          <p:nvPr/>
        </p:nvSpPr>
        <p:spPr>
          <a:xfrm>
            <a:off x="7752806" y="4133088"/>
            <a:ext cx="1188720" cy="106070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lnSpc>
                <a:spcPct val="100000"/>
              </a:lnSpc>
              <a:spcAft>
                <a:spcPts val="400"/>
              </a:spcAft>
              <a:buNone/>
            </a:pPr>
            <a:r>
              <a:rPr lang="en-US" sz="1200" b="1" dirty="0">
                <a:solidFill>
                  <a:srgbClr val="1630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Proposta</a:t>
            </a:r>
            <a:endParaRPr lang="en-US" sz="1200" dirty="0"/>
          </a:p>
          <a:p>
            <a:pPr marL="0" indent="0" algn="ctr">
              <a:lnSpc>
                <a:spcPct val="100000"/>
              </a:lnSpc>
              <a:buNone/>
            </a:pPr>
            <a:r>
              <a:rPr lang="en-US" sz="830" dirty="0">
                <a:solidFill>
                  <a:srgbClr val="6B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Carta e negociação</a:t>
            </a:r>
            <a:endParaRPr lang="en-US" sz="1200" dirty="0"/>
          </a:p>
        </p:txBody>
      </p:sp>
      <p:sp>
        <p:nvSpPr>
          <p:cNvPr id="41" name="Shape 39"/>
          <p:cNvSpPr/>
          <p:nvPr/>
        </p:nvSpPr>
        <p:spPr>
          <a:xfrm>
            <a:off x="8091134" y="3264408"/>
            <a:ext cx="512064" cy="512064"/>
          </a:xfrm>
          <a:prstGeom prst="ellipse">
            <a:avLst/>
          </a:prstGeom>
          <a:solidFill>
            <a:srgbClr val="E45D4A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42" name="Text 40"/>
          <p:cNvSpPr/>
          <p:nvPr/>
        </p:nvSpPr>
        <p:spPr>
          <a:xfrm>
            <a:off x="8091134" y="3264408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500" dirty="0"/>
          </a:p>
        </p:txBody>
      </p:sp>
      <p:sp>
        <p:nvSpPr>
          <p:cNvPr id="43" name="Shape 41"/>
          <p:cNvSpPr/>
          <p:nvPr/>
        </p:nvSpPr>
        <p:spPr>
          <a:xfrm flipV="1">
            <a:off x="9842863" y="3017520"/>
            <a:ext cx="0" cy="182880"/>
          </a:xfrm>
          <a:prstGeom prst="line">
            <a:avLst/>
          </a:prstGeom>
          <a:noFill/>
          <a:ln w="17780">
            <a:solidFill>
              <a:srgbClr val="1F4E9B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pt-BR"/>
          </a:p>
        </p:txBody>
      </p:sp>
      <p:sp>
        <p:nvSpPr>
          <p:cNvPr id="44" name="Shape 42"/>
          <p:cNvSpPr/>
          <p:nvPr/>
        </p:nvSpPr>
        <p:spPr>
          <a:xfrm>
            <a:off x="9193639" y="1810512"/>
            <a:ext cx="1298448" cy="1207008"/>
          </a:xfrm>
          <a:prstGeom prst="roundRect">
            <a:avLst>
              <a:gd name="adj" fmla="val 6061"/>
            </a:avLst>
          </a:prstGeom>
          <a:solidFill>
            <a:srgbClr val="FFFFFF"/>
          </a:solidFill>
          <a:ln w="9525">
            <a:solidFill>
              <a:srgbClr val="D7DCE4"/>
            </a:solidFill>
            <a:prstDash val="solid"/>
          </a:ln>
          <a:effectLst>
            <a:outerShdw blurRad="63500" dist="31750" dir="5400000" algn="bl" rotWithShape="0">
              <a:srgbClr val="1B2A44">
                <a:alpha val="30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45" name="Shape 43"/>
          <p:cNvSpPr/>
          <p:nvPr/>
        </p:nvSpPr>
        <p:spPr>
          <a:xfrm>
            <a:off x="9193639" y="1810512"/>
            <a:ext cx="1298448" cy="82296"/>
          </a:xfrm>
          <a:prstGeom prst="rect">
            <a:avLst/>
          </a:prstGeom>
          <a:solidFill>
            <a:srgbClr val="1F4E9B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46" name="Text 44"/>
          <p:cNvSpPr/>
          <p:nvPr/>
        </p:nvSpPr>
        <p:spPr>
          <a:xfrm>
            <a:off x="9248503" y="1920240"/>
            <a:ext cx="1188720" cy="106070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lnSpc>
                <a:spcPct val="100000"/>
              </a:lnSpc>
              <a:spcAft>
                <a:spcPts val="400"/>
              </a:spcAft>
              <a:buNone/>
            </a:pPr>
            <a:r>
              <a:rPr lang="en-US" sz="1200" b="1" dirty="0" err="1">
                <a:solidFill>
                  <a:srgbClr val="1630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Finalização</a:t>
            </a:r>
            <a:endParaRPr lang="en-US" sz="1200" dirty="0"/>
          </a:p>
          <a:p>
            <a:pPr marL="0" indent="0" algn="ctr">
              <a:lnSpc>
                <a:spcPct val="100000"/>
              </a:lnSpc>
              <a:buNone/>
            </a:pPr>
            <a:r>
              <a:rPr lang="en-US" sz="830" dirty="0">
                <a:solidFill>
                  <a:srgbClr val="6B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Assinatura via Docusign</a:t>
            </a:r>
            <a:endParaRPr lang="en-US" sz="1200" dirty="0"/>
          </a:p>
        </p:txBody>
      </p:sp>
      <p:sp>
        <p:nvSpPr>
          <p:cNvPr id="47" name="Shape 45"/>
          <p:cNvSpPr/>
          <p:nvPr/>
        </p:nvSpPr>
        <p:spPr>
          <a:xfrm>
            <a:off x="9586831" y="3264408"/>
            <a:ext cx="512064" cy="512064"/>
          </a:xfrm>
          <a:prstGeom prst="ellipse">
            <a:avLst/>
          </a:prstGeom>
          <a:solidFill>
            <a:srgbClr val="1F4E9B"/>
          </a:solidFill>
          <a:ln/>
          <a:effectLst>
            <a:outerShdw blurRad="63500" dist="31750" dir="5400000" algn="bl" rotWithShape="0">
              <a:srgbClr val="1B2A44">
                <a:alpha val="30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48" name="Text 46"/>
          <p:cNvSpPr/>
          <p:nvPr/>
        </p:nvSpPr>
        <p:spPr>
          <a:xfrm>
            <a:off x="9586831" y="3264408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500" dirty="0"/>
          </a:p>
        </p:txBody>
      </p:sp>
      <p:sp>
        <p:nvSpPr>
          <p:cNvPr id="49" name="Shape 47"/>
          <p:cNvSpPr/>
          <p:nvPr/>
        </p:nvSpPr>
        <p:spPr>
          <a:xfrm>
            <a:off x="11338560" y="3840480"/>
            <a:ext cx="0" cy="182880"/>
          </a:xfrm>
          <a:prstGeom prst="line">
            <a:avLst/>
          </a:prstGeom>
          <a:noFill/>
          <a:ln w="17780">
            <a:solidFill>
              <a:srgbClr val="D99400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pt-BR"/>
          </a:p>
        </p:txBody>
      </p:sp>
      <p:sp>
        <p:nvSpPr>
          <p:cNvPr id="50" name="Shape 48"/>
          <p:cNvSpPr/>
          <p:nvPr/>
        </p:nvSpPr>
        <p:spPr>
          <a:xfrm>
            <a:off x="10689336" y="4023360"/>
            <a:ext cx="1298448" cy="1207008"/>
          </a:xfrm>
          <a:prstGeom prst="roundRect">
            <a:avLst>
              <a:gd name="adj" fmla="val 6061"/>
            </a:avLst>
          </a:prstGeom>
          <a:solidFill>
            <a:srgbClr val="FFFFFF"/>
          </a:solidFill>
          <a:ln w="9525">
            <a:solidFill>
              <a:srgbClr val="D7DCE4"/>
            </a:solidFill>
            <a:prstDash val="solid"/>
          </a:ln>
          <a:effectLst>
            <a:outerShdw blurRad="63500" dist="31750" dir="5400000" algn="bl" rotWithShape="0">
              <a:srgbClr val="1B2A44">
                <a:alpha val="30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51" name="Shape 49"/>
          <p:cNvSpPr/>
          <p:nvPr/>
        </p:nvSpPr>
        <p:spPr>
          <a:xfrm>
            <a:off x="10689336" y="4023360"/>
            <a:ext cx="1298448" cy="82296"/>
          </a:xfrm>
          <a:prstGeom prst="rect">
            <a:avLst/>
          </a:prstGeom>
          <a:solidFill>
            <a:srgbClr val="E45D4A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52" name="Text 50"/>
          <p:cNvSpPr/>
          <p:nvPr/>
        </p:nvSpPr>
        <p:spPr>
          <a:xfrm>
            <a:off x="10744200" y="4133088"/>
            <a:ext cx="1188720" cy="106070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lnSpc>
                <a:spcPct val="100000"/>
              </a:lnSpc>
              <a:spcAft>
                <a:spcPts val="400"/>
              </a:spcAft>
              <a:buNone/>
            </a:pPr>
            <a:r>
              <a:rPr lang="en-US" sz="1200" b="1" dirty="0">
                <a:solidFill>
                  <a:srgbClr val="1630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Onboarding</a:t>
            </a:r>
            <a:endParaRPr lang="en-US" sz="1200" dirty="0"/>
          </a:p>
          <a:p>
            <a:pPr marL="0" indent="0" algn="ctr">
              <a:lnSpc>
                <a:spcPct val="100000"/>
              </a:lnSpc>
              <a:buNone/>
            </a:pPr>
            <a:r>
              <a:rPr lang="en-US" sz="830" dirty="0">
                <a:solidFill>
                  <a:srgbClr val="6B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Integração do colaborador</a:t>
            </a:r>
            <a:endParaRPr lang="en-US" sz="1200" dirty="0"/>
          </a:p>
        </p:txBody>
      </p:sp>
      <p:sp>
        <p:nvSpPr>
          <p:cNvPr id="53" name="Shape 51"/>
          <p:cNvSpPr/>
          <p:nvPr/>
        </p:nvSpPr>
        <p:spPr>
          <a:xfrm>
            <a:off x="11082528" y="3264408"/>
            <a:ext cx="512064" cy="512064"/>
          </a:xfrm>
          <a:prstGeom prst="ellipse">
            <a:avLst/>
          </a:prstGeom>
          <a:solidFill>
            <a:srgbClr val="E45D4A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54" name="Text 52"/>
          <p:cNvSpPr/>
          <p:nvPr/>
        </p:nvSpPr>
        <p:spPr>
          <a:xfrm>
            <a:off x="11082528" y="3264408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500" dirty="0"/>
          </a:p>
        </p:txBody>
      </p:sp>
      <p:sp>
        <p:nvSpPr>
          <p:cNvPr id="55" name="Text 53"/>
          <p:cNvSpPr/>
          <p:nvPr/>
        </p:nvSpPr>
        <p:spPr>
          <a:xfrm>
            <a:off x="365760" y="5349240"/>
            <a:ext cx="11430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i="1" dirty="0">
                <a:solidFill>
                  <a:srgbClr val="6B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 pedido à integração — um fluxo estruturado, auditável e orientado a decisões.</a:t>
            </a:r>
            <a:endParaRPr lang="en-US" sz="1200" dirty="0"/>
          </a:p>
        </p:txBody>
      </p:sp>
      <p:sp>
        <p:nvSpPr>
          <p:cNvPr id="56" name="Shape 54"/>
          <p:cNvSpPr/>
          <p:nvPr/>
        </p:nvSpPr>
        <p:spPr>
          <a:xfrm>
            <a:off x="353507" y="5806440"/>
            <a:ext cx="2606040" cy="749808"/>
          </a:xfrm>
          <a:prstGeom prst="roundRect">
            <a:avLst>
              <a:gd name="adj" fmla="val 12195"/>
            </a:avLst>
          </a:prstGeom>
          <a:solidFill>
            <a:srgbClr val="F4F6F9"/>
          </a:solidFill>
          <a:ln/>
          <a:effectLst>
            <a:outerShdw blurRad="63500" dist="31750" dir="5400000" algn="bl" rotWithShape="0">
              <a:srgbClr val="1B2A44">
                <a:alpha val="30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57" name="Shape 55"/>
          <p:cNvSpPr/>
          <p:nvPr/>
        </p:nvSpPr>
        <p:spPr>
          <a:xfrm>
            <a:off x="353507" y="5806440"/>
            <a:ext cx="91440" cy="749808"/>
          </a:xfrm>
          <a:prstGeom prst="rect">
            <a:avLst/>
          </a:prstGeom>
          <a:solidFill>
            <a:srgbClr val="1F4E9B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58" name="Text 56"/>
          <p:cNvSpPr/>
          <p:nvPr/>
        </p:nvSpPr>
        <p:spPr>
          <a:xfrm>
            <a:off x="518099" y="5806440"/>
            <a:ext cx="77724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1F4E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2600" dirty="0"/>
          </a:p>
        </p:txBody>
      </p:sp>
      <p:sp>
        <p:nvSpPr>
          <p:cNvPr id="59" name="Text 57"/>
          <p:cNvSpPr/>
          <p:nvPr/>
        </p:nvSpPr>
        <p:spPr>
          <a:xfrm>
            <a:off x="1286195" y="5806440"/>
            <a:ext cx="160020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3A41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etapas principais</a:t>
            </a:r>
            <a:endParaRPr lang="en-US" sz="1100" dirty="0"/>
          </a:p>
        </p:txBody>
      </p:sp>
      <p:sp>
        <p:nvSpPr>
          <p:cNvPr id="60" name="Shape 58"/>
          <p:cNvSpPr/>
          <p:nvPr/>
        </p:nvSpPr>
        <p:spPr>
          <a:xfrm>
            <a:off x="3313054" y="5806440"/>
            <a:ext cx="2606040" cy="749808"/>
          </a:xfrm>
          <a:prstGeom prst="roundRect">
            <a:avLst>
              <a:gd name="adj" fmla="val 12195"/>
            </a:avLst>
          </a:prstGeom>
          <a:solidFill>
            <a:srgbClr val="F4F6F9"/>
          </a:solidFill>
          <a:ln/>
          <a:effectLst>
            <a:outerShdw blurRad="63500" dist="31750" dir="5400000" algn="bl" rotWithShape="0">
              <a:srgbClr val="1B2A44">
                <a:alpha val="30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61" name="Shape 59"/>
          <p:cNvSpPr/>
          <p:nvPr/>
        </p:nvSpPr>
        <p:spPr>
          <a:xfrm>
            <a:off x="3313054" y="5806440"/>
            <a:ext cx="91440" cy="749808"/>
          </a:xfrm>
          <a:prstGeom prst="rect">
            <a:avLst/>
          </a:prstGeom>
          <a:solidFill>
            <a:srgbClr val="E45D4A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62" name="Text 60"/>
          <p:cNvSpPr/>
          <p:nvPr/>
        </p:nvSpPr>
        <p:spPr>
          <a:xfrm>
            <a:off x="3477646" y="5806440"/>
            <a:ext cx="77724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chemeClr val="accent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2600" dirty="0">
              <a:solidFill>
                <a:schemeClr val="accent2"/>
              </a:solidFill>
            </a:endParaRPr>
          </a:p>
        </p:txBody>
      </p:sp>
      <p:sp>
        <p:nvSpPr>
          <p:cNvPr id="63" name="Text 61"/>
          <p:cNvSpPr/>
          <p:nvPr/>
        </p:nvSpPr>
        <p:spPr>
          <a:xfrm>
            <a:off x="4245742" y="5806440"/>
            <a:ext cx="160020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3A41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pontos de decisão</a:t>
            </a:r>
            <a:endParaRPr lang="en-US" sz="1100" dirty="0"/>
          </a:p>
        </p:txBody>
      </p:sp>
      <p:sp>
        <p:nvSpPr>
          <p:cNvPr id="64" name="Shape 62"/>
          <p:cNvSpPr/>
          <p:nvPr/>
        </p:nvSpPr>
        <p:spPr>
          <a:xfrm>
            <a:off x="6272601" y="5806440"/>
            <a:ext cx="2606040" cy="749808"/>
          </a:xfrm>
          <a:prstGeom prst="roundRect">
            <a:avLst>
              <a:gd name="adj" fmla="val 12195"/>
            </a:avLst>
          </a:prstGeom>
          <a:solidFill>
            <a:srgbClr val="F4F6F9"/>
          </a:solidFill>
          <a:ln/>
          <a:effectLst>
            <a:outerShdw blurRad="63500" dist="31750" dir="5400000" algn="bl" rotWithShape="0">
              <a:srgbClr val="1B2A44">
                <a:alpha val="30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65" name="Shape 63"/>
          <p:cNvSpPr/>
          <p:nvPr/>
        </p:nvSpPr>
        <p:spPr>
          <a:xfrm>
            <a:off x="6272601" y="5806440"/>
            <a:ext cx="91440" cy="749808"/>
          </a:xfrm>
          <a:prstGeom prst="rect">
            <a:avLst/>
          </a:prstGeom>
          <a:solidFill>
            <a:srgbClr val="1F4E9B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66" name="Text 64"/>
          <p:cNvSpPr/>
          <p:nvPr/>
        </p:nvSpPr>
        <p:spPr>
          <a:xfrm>
            <a:off x="6437193" y="5806440"/>
            <a:ext cx="77724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1F4E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2600" dirty="0"/>
          </a:p>
        </p:txBody>
      </p:sp>
      <p:sp>
        <p:nvSpPr>
          <p:cNvPr id="67" name="Text 65"/>
          <p:cNvSpPr/>
          <p:nvPr/>
        </p:nvSpPr>
        <p:spPr>
          <a:xfrm>
            <a:off x="7205289" y="5806440"/>
            <a:ext cx="160020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3A41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sistemas integrados</a:t>
            </a:r>
            <a:endParaRPr lang="en-US" sz="1100" dirty="0"/>
          </a:p>
        </p:txBody>
      </p:sp>
      <p:sp>
        <p:nvSpPr>
          <p:cNvPr id="68" name="Shape 66"/>
          <p:cNvSpPr/>
          <p:nvPr/>
        </p:nvSpPr>
        <p:spPr>
          <a:xfrm>
            <a:off x="9232148" y="5806440"/>
            <a:ext cx="2606040" cy="749808"/>
          </a:xfrm>
          <a:prstGeom prst="roundRect">
            <a:avLst>
              <a:gd name="adj" fmla="val 12195"/>
            </a:avLst>
          </a:prstGeom>
          <a:solidFill>
            <a:srgbClr val="F4F6F9"/>
          </a:solidFill>
          <a:ln/>
          <a:effectLst>
            <a:outerShdw blurRad="63500" dist="31750" dir="5400000" algn="bl" rotWithShape="0">
              <a:srgbClr val="1B2A44">
                <a:alpha val="30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69" name="Shape 67"/>
          <p:cNvSpPr/>
          <p:nvPr/>
        </p:nvSpPr>
        <p:spPr>
          <a:xfrm>
            <a:off x="9232148" y="5806440"/>
            <a:ext cx="91440" cy="749808"/>
          </a:xfrm>
          <a:prstGeom prst="rect">
            <a:avLst/>
          </a:prstGeom>
          <a:solidFill>
            <a:srgbClr val="E45D4A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70" name="Text 68"/>
          <p:cNvSpPr/>
          <p:nvPr/>
        </p:nvSpPr>
        <p:spPr>
          <a:xfrm>
            <a:off x="9396740" y="5806440"/>
            <a:ext cx="77724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chemeClr val="accent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2600" dirty="0">
              <a:solidFill>
                <a:schemeClr val="accent2"/>
              </a:solidFill>
            </a:endParaRPr>
          </a:p>
        </p:txBody>
      </p:sp>
      <p:sp>
        <p:nvSpPr>
          <p:cNvPr id="71" name="Text 69"/>
          <p:cNvSpPr/>
          <p:nvPr/>
        </p:nvSpPr>
        <p:spPr>
          <a:xfrm>
            <a:off x="10164836" y="5806440"/>
            <a:ext cx="160020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3A41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possíveis encerramentos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86384"/>
          </a:xfrm>
          <a:prstGeom prst="rect">
            <a:avLst/>
          </a:prstGeom>
          <a:solidFill>
            <a:srgbClr val="22346B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3" name="Shape 1"/>
          <p:cNvSpPr/>
          <p:nvPr/>
        </p:nvSpPr>
        <p:spPr>
          <a:xfrm>
            <a:off x="0" y="786384"/>
            <a:ext cx="12191695" cy="54864"/>
          </a:xfrm>
          <a:prstGeom prst="rect">
            <a:avLst/>
          </a:prstGeom>
          <a:solidFill>
            <a:srgbClr val="E45D4A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4" name="Text 2"/>
          <p:cNvSpPr/>
          <p:nvPr/>
        </p:nvSpPr>
        <p:spPr>
          <a:xfrm>
            <a:off x="365760" y="0"/>
            <a:ext cx="7863840" cy="7863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Processo de Onboarding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-471434" y="256032"/>
            <a:ext cx="2148840" cy="7863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b="1" dirty="0">
                <a:solidFill>
                  <a:srgbClr val="E45D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Fluxo das 10 etapas</a:t>
            </a:r>
            <a:endParaRPr lang="en-US" sz="1100" dirty="0"/>
          </a:p>
        </p:txBody>
      </p:sp>
      <p:sp>
        <p:nvSpPr>
          <p:cNvPr id="7" name="Shape 4"/>
          <p:cNvSpPr/>
          <p:nvPr/>
        </p:nvSpPr>
        <p:spPr>
          <a:xfrm>
            <a:off x="411480" y="960120"/>
            <a:ext cx="5349240" cy="932688"/>
          </a:xfrm>
          <a:prstGeom prst="roundRect">
            <a:avLst>
              <a:gd name="adj" fmla="val 7843"/>
            </a:avLst>
          </a:prstGeom>
          <a:solidFill>
            <a:srgbClr val="FFFFFF"/>
          </a:solidFill>
          <a:ln/>
          <a:effectLst>
            <a:outerShdw blurRad="63500" dist="31750" dir="5400000" algn="bl" rotWithShape="0">
              <a:srgbClr val="1B2A44">
                <a:alpha val="30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8" name="Shape 5"/>
          <p:cNvSpPr/>
          <p:nvPr/>
        </p:nvSpPr>
        <p:spPr>
          <a:xfrm>
            <a:off x="411480" y="960120"/>
            <a:ext cx="91440" cy="932688"/>
          </a:xfrm>
          <a:prstGeom prst="rect">
            <a:avLst/>
          </a:prstGeom>
          <a:solidFill>
            <a:srgbClr val="E45D4A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9" name="Shape 6"/>
          <p:cNvSpPr/>
          <p:nvPr/>
        </p:nvSpPr>
        <p:spPr>
          <a:xfrm>
            <a:off x="594360" y="1069848"/>
            <a:ext cx="402336" cy="402336"/>
          </a:xfrm>
          <a:prstGeom prst="ellipse">
            <a:avLst/>
          </a:prstGeom>
          <a:solidFill>
            <a:srgbClr val="22346B"/>
          </a:solidFill>
          <a:ln/>
          <a:effectLst>
            <a:outerShdw blurRad="63500" dist="31750" dir="5400000" algn="bl" rotWithShape="0">
              <a:srgbClr val="1B2A44">
                <a:alpha val="30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10" name="Text 7"/>
          <p:cNvSpPr/>
          <p:nvPr/>
        </p:nvSpPr>
        <p:spPr>
          <a:xfrm>
            <a:off x="594360" y="1069848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1069848" y="1005840"/>
            <a:ext cx="4572000" cy="5669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spcAft>
                <a:spcPts val="200"/>
              </a:spcAft>
              <a:buNone/>
            </a:pPr>
            <a:r>
              <a:rPr lang="en-US" sz="1100" b="1" dirty="0">
                <a:solidFill>
                  <a:srgbClr val="2234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Aprovação do candidato</a:t>
            </a:r>
            <a:endParaRPr lang="en-US" sz="1100" dirty="0"/>
          </a:p>
          <a:p>
            <a:pPr marL="0" indent="0" algn="l">
              <a:buNone/>
            </a:pPr>
            <a:r>
              <a:rPr lang="en-US" sz="850" dirty="0">
                <a:solidFill>
                  <a:srgbClr val="5B66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RH · Pandapé</a:t>
            </a:r>
            <a:endParaRPr lang="en-US" sz="1100" dirty="0"/>
          </a:p>
        </p:txBody>
      </p:sp>
      <p:sp>
        <p:nvSpPr>
          <p:cNvPr id="12" name="Text 9"/>
          <p:cNvSpPr/>
          <p:nvPr/>
        </p:nvSpPr>
        <p:spPr>
          <a:xfrm>
            <a:off x="1069848" y="1572768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850" b="1" dirty="0">
                <a:solidFill>
                  <a:srgbClr val="0D66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Processo admissional iniciado</a:t>
            </a:r>
            <a:endParaRPr lang="en-US" sz="850" dirty="0"/>
          </a:p>
        </p:txBody>
      </p:sp>
      <p:sp>
        <p:nvSpPr>
          <p:cNvPr id="13" name="Shape 10"/>
          <p:cNvSpPr/>
          <p:nvPr/>
        </p:nvSpPr>
        <p:spPr>
          <a:xfrm>
            <a:off x="411480" y="2020824"/>
            <a:ext cx="5349240" cy="932688"/>
          </a:xfrm>
          <a:prstGeom prst="roundRect">
            <a:avLst>
              <a:gd name="adj" fmla="val 7843"/>
            </a:avLst>
          </a:prstGeom>
          <a:solidFill>
            <a:srgbClr val="FFFFFF"/>
          </a:solidFill>
          <a:ln/>
          <a:effectLst>
            <a:outerShdw blurRad="63500" dist="31750" dir="5400000" algn="bl" rotWithShape="0">
              <a:srgbClr val="1B2A44">
                <a:alpha val="30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14" name="Shape 11"/>
          <p:cNvSpPr/>
          <p:nvPr/>
        </p:nvSpPr>
        <p:spPr>
          <a:xfrm>
            <a:off x="411480" y="2020824"/>
            <a:ext cx="91440" cy="932688"/>
          </a:xfrm>
          <a:prstGeom prst="rect">
            <a:avLst/>
          </a:prstGeom>
          <a:solidFill>
            <a:srgbClr val="E45D4A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5" name="Shape 12"/>
          <p:cNvSpPr/>
          <p:nvPr/>
        </p:nvSpPr>
        <p:spPr>
          <a:xfrm>
            <a:off x="594360" y="2130552"/>
            <a:ext cx="402336" cy="402336"/>
          </a:xfrm>
          <a:prstGeom prst="ellipse">
            <a:avLst/>
          </a:prstGeom>
          <a:solidFill>
            <a:srgbClr val="22346B"/>
          </a:solidFill>
          <a:ln/>
          <a:effectLst>
            <a:outerShdw blurRad="63500" dist="31750" dir="5400000" algn="bl" rotWithShape="0">
              <a:srgbClr val="1B2A44">
                <a:alpha val="30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16" name="Text 13"/>
          <p:cNvSpPr/>
          <p:nvPr/>
        </p:nvSpPr>
        <p:spPr>
          <a:xfrm>
            <a:off x="594360" y="2130552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17" name="Text 14"/>
          <p:cNvSpPr/>
          <p:nvPr/>
        </p:nvSpPr>
        <p:spPr>
          <a:xfrm>
            <a:off x="1069848" y="2066544"/>
            <a:ext cx="4572000" cy="5669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spcAft>
                <a:spcPts val="200"/>
              </a:spcAft>
              <a:buNone/>
            </a:pPr>
            <a:r>
              <a:rPr lang="en-US" sz="1100" b="1" dirty="0">
                <a:solidFill>
                  <a:srgbClr val="2234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Agendamento do ASO</a:t>
            </a:r>
            <a:endParaRPr lang="en-US" sz="1100" dirty="0"/>
          </a:p>
          <a:p>
            <a:pPr marL="0" indent="0" algn="l">
              <a:buNone/>
            </a:pPr>
            <a:r>
              <a:rPr lang="en-US" sz="850" dirty="0">
                <a:solidFill>
                  <a:srgbClr val="5B66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RH · Saúde Ocupacional</a:t>
            </a:r>
            <a:endParaRPr lang="en-US" sz="1100" dirty="0"/>
          </a:p>
        </p:txBody>
      </p:sp>
      <p:sp>
        <p:nvSpPr>
          <p:cNvPr id="18" name="Text 15"/>
          <p:cNvSpPr/>
          <p:nvPr/>
        </p:nvSpPr>
        <p:spPr>
          <a:xfrm>
            <a:off x="1069848" y="2633472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850" b="1" dirty="0">
                <a:solidFill>
                  <a:srgbClr val="0D66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Exame admissional agendado</a:t>
            </a:r>
            <a:endParaRPr lang="en-US" sz="850" dirty="0"/>
          </a:p>
        </p:txBody>
      </p:sp>
      <p:sp>
        <p:nvSpPr>
          <p:cNvPr id="19" name="Shape 16"/>
          <p:cNvSpPr/>
          <p:nvPr/>
        </p:nvSpPr>
        <p:spPr>
          <a:xfrm>
            <a:off x="372618" y="3089818"/>
            <a:ext cx="5349240" cy="932688"/>
          </a:xfrm>
          <a:prstGeom prst="roundRect">
            <a:avLst>
              <a:gd name="adj" fmla="val 7843"/>
            </a:avLst>
          </a:prstGeom>
          <a:solidFill>
            <a:srgbClr val="FFFFFF"/>
          </a:solidFill>
          <a:ln/>
          <a:effectLst>
            <a:outerShdw blurRad="63500" dist="31750" dir="5400000" algn="bl" rotWithShape="0">
              <a:srgbClr val="1B2A44">
                <a:alpha val="30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20" name="Shape 17"/>
          <p:cNvSpPr/>
          <p:nvPr/>
        </p:nvSpPr>
        <p:spPr>
          <a:xfrm>
            <a:off x="411480" y="3081528"/>
            <a:ext cx="91440" cy="932688"/>
          </a:xfrm>
          <a:prstGeom prst="rect">
            <a:avLst/>
          </a:prstGeom>
          <a:solidFill>
            <a:srgbClr val="E45D4A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21" name="Shape 18"/>
          <p:cNvSpPr/>
          <p:nvPr/>
        </p:nvSpPr>
        <p:spPr>
          <a:xfrm>
            <a:off x="594360" y="3191256"/>
            <a:ext cx="402336" cy="402336"/>
          </a:xfrm>
          <a:prstGeom prst="ellipse">
            <a:avLst/>
          </a:prstGeom>
          <a:solidFill>
            <a:srgbClr val="22346B"/>
          </a:solidFill>
          <a:ln/>
          <a:effectLst>
            <a:outerShdw blurRad="63500" dist="31750" dir="5400000" algn="bl" rotWithShape="0">
              <a:srgbClr val="1B2A44">
                <a:alpha val="30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22" name="Text 19"/>
          <p:cNvSpPr/>
          <p:nvPr/>
        </p:nvSpPr>
        <p:spPr>
          <a:xfrm>
            <a:off x="594360" y="3191256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23" name="Text 20"/>
          <p:cNvSpPr/>
          <p:nvPr/>
        </p:nvSpPr>
        <p:spPr>
          <a:xfrm>
            <a:off x="1069848" y="3127248"/>
            <a:ext cx="4572000" cy="5669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spcAft>
                <a:spcPts val="200"/>
              </a:spcAft>
              <a:buNone/>
            </a:pPr>
            <a:r>
              <a:rPr lang="en-US" sz="1100" b="1" dirty="0">
                <a:solidFill>
                  <a:srgbClr val="2234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Recebimento e organização da documentação</a:t>
            </a:r>
            <a:endParaRPr lang="en-US" sz="1100" dirty="0"/>
          </a:p>
          <a:p>
            <a:pPr marL="0" indent="0" algn="l">
              <a:buNone/>
            </a:pPr>
            <a:r>
              <a:rPr lang="en-US" sz="850" dirty="0">
                <a:solidFill>
                  <a:srgbClr val="5B66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RH</a:t>
            </a:r>
            <a:endParaRPr lang="en-US" sz="1100" dirty="0"/>
          </a:p>
        </p:txBody>
      </p:sp>
      <p:sp>
        <p:nvSpPr>
          <p:cNvPr id="24" name="Text 21"/>
          <p:cNvSpPr/>
          <p:nvPr/>
        </p:nvSpPr>
        <p:spPr>
          <a:xfrm>
            <a:off x="1069848" y="3694176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850" b="1" dirty="0">
                <a:solidFill>
                  <a:srgbClr val="0D66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Documentação conferida e arquivada</a:t>
            </a:r>
            <a:endParaRPr lang="en-US" sz="850" dirty="0"/>
          </a:p>
        </p:txBody>
      </p:sp>
      <p:sp>
        <p:nvSpPr>
          <p:cNvPr id="25" name="Shape 22"/>
          <p:cNvSpPr/>
          <p:nvPr/>
        </p:nvSpPr>
        <p:spPr>
          <a:xfrm>
            <a:off x="411480" y="4142232"/>
            <a:ext cx="5349240" cy="932688"/>
          </a:xfrm>
          <a:prstGeom prst="roundRect">
            <a:avLst>
              <a:gd name="adj" fmla="val 7843"/>
            </a:avLst>
          </a:prstGeom>
          <a:solidFill>
            <a:srgbClr val="FFFFFF"/>
          </a:solidFill>
          <a:ln/>
          <a:effectLst>
            <a:outerShdw blurRad="63500" dist="31750" dir="5400000" algn="bl" rotWithShape="0">
              <a:srgbClr val="1B2A44">
                <a:alpha val="30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26" name="Shape 23"/>
          <p:cNvSpPr/>
          <p:nvPr/>
        </p:nvSpPr>
        <p:spPr>
          <a:xfrm>
            <a:off x="411480" y="4142232"/>
            <a:ext cx="91440" cy="932688"/>
          </a:xfrm>
          <a:prstGeom prst="rect">
            <a:avLst/>
          </a:prstGeom>
          <a:solidFill>
            <a:srgbClr val="E45D4A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27" name="Shape 24"/>
          <p:cNvSpPr/>
          <p:nvPr/>
        </p:nvSpPr>
        <p:spPr>
          <a:xfrm>
            <a:off x="594360" y="4251960"/>
            <a:ext cx="402336" cy="402336"/>
          </a:xfrm>
          <a:prstGeom prst="ellipse">
            <a:avLst/>
          </a:prstGeom>
          <a:solidFill>
            <a:srgbClr val="22346B"/>
          </a:solidFill>
          <a:ln/>
          <a:effectLst>
            <a:outerShdw blurRad="63500" dist="31750" dir="5400000" algn="bl" rotWithShape="0">
              <a:srgbClr val="1B2A44">
                <a:alpha val="30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28" name="Text 25"/>
          <p:cNvSpPr/>
          <p:nvPr/>
        </p:nvSpPr>
        <p:spPr>
          <a:xfrm>
            <a:off x="594360" y="425196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200" dirty="0"/>
          </a:p>
        </p:txBody>
      </p:sp>
      <p:sp>
        <p:nvSpPr>
          <p:cNvPr id="29" name="Text 26"/>
          <p:cNvSpPr/>
          <p:nvPr/>
        </p:nvSpPr>
        <p:spPr>
          <a:xfrm>
            <a:off x="1069848" y="4187952"/>
            <a:ext cx="4572000" cy="5669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spcAft>
                <a:spcPts val="200"/>
              </a:spcAft>
              <a:buNone/>
            </a:pPr>
            <a:r>
              <a:rPr lang="en-US" sz="1100" b="1" dirty="0">
                <a:solidFill>
                  <a:srgbClr val="2234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Checklist Pré-Admissional</a:t>
            </a:r>
            <a:endParaRPr lang="en-US" sz="1100" dirty="0"/>
          </a:p>
          <a:p>
            <a:pPr marL="0" indent="0" algn="l">
              <a:buNone/>
            </a:pPr>
            <a:r>
              <a:rPr lang="en-US" sz="850" dirty="0">
                <a:solidFill>
                  <a:srgbClr val="5B66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RH · </a:t>
            </a:r>
            <a:r>
              <a:rPr lang="en-US" sz="850" dirty="0" err="1">
                <a:solidFill>
                  <a:srgbClr val="5B66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Conferências</a:t>
            </a:r>
            <a:endParaRPr lang="en-US" sz="1100" dirty="0"/>
          </a:p>
        </p:txBody>
      </p:sp>
      <p:sp>
        <p:nvSpPr>
          <p:cNvPr id="30" name="Text 27"/>
          <p:cNvSpPr/>
          <p:nvPr/>
        </p:nvSpPr>
        <p:spPr>
          <a:xfrm>
            <a:off x="1069848" y="475488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850" b="1" dirty="0">
                <a:solidFill>
                  <a:srgbClr val="0D66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Colaborador apto para a integração</a:t>
            </a:r>
            <a:endParaRPr lang="en-US" sz="850" dirty="0"/>
          </a:p>
        </p:txBody>
      </p:sp>
      <p:sp>
        <p:nvSpPr>
          <p:cNvPr id="31" name="Shape 28"/>
          <p:cNvSpPr/>
          <p:nvPr/>
        </p:nvSpPr>
        <p:spPr>
          <a:xfrm>
            <a:off x="411480" y="5202936"/>
            <a:ext cx="5349240" cy="932688"/>
          </a:xfrm>
          <a:prstGeom prst="roundRect">
            <a:avLst>
              <a:gd name="adj" fmla="val 7843"/>
            </a:avLst>
          </a:prstGeom>
          <a:solidFill>
            <a:srgbClr val="FFFFFF"/>
          </a:solidFill>
          <a:ln/>
          <a:effectLst>
            <a:outerShdw blurRad="63500" dist="31750" dir="5400000" algn="bl" rotWithShape="0">
              <a:srgbClr val="1B2A44">
                <a:alpha val="30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32" name="Shape 29"/>
          <p:cNvSpPr/>
          <p:nvPr/>
        </p:nvSpPr>
        <p:spPr>
          <a:xfrm>
            <a:off x="411480" y="5202936"/>
            <a:ext cx="91440" cy="932688"/>
          </a:xfrm>
          <a:prstGeom prst="rect">
            <a:avLst/>
          </a:prstGeom>
          <a:solidFill>
            <a:srgbClr val="E45D4A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33" name="Shape 30"/>
          <p:cNvSpPr/>
          <p:nvPr/>
        </p:nvSpPr>
        <p:spPr>
          <a:xfrm>
            <a:off x="594360" y="5312664"/>
            <a:ext cx="402336" cy="402336"/>
          </a:xfrm>
          <a:prstGeom prst="ellipse">
            <a:avLst/>
          </a:prstGeom>
          <a:solidFill>
            <a:srgbClr val="22346B"/>
          </a:solidFill>
          <a:ln/>
          <a:effectLst>
            <a:outerShdw blurRad="63500" dist="31750" dir="5400000" algn="bl" rotWithShape="0">
              <a:srgbClr val="1B2A44">
                <a:alpha val="30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34" name="Text 31"/>
          <p:cNvSpPr/>
          <p:nvPr/>
        </p:nvSpPr>
        <p:spPr>
          <a:xfrm>
            <a:off x="594360" y="5312664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200" dirty="0"/>
          </a:p>
        </p:txBody>
      </p:sp>
      <p:sp>
        <p:nvSpPr>
          <p:cNvPr id="35" name="Text 32"/>
          <p:cNvSpPr/>
          <p:nvPr/>
        </p:nvSpPr>
        <p:spPr>
          <a:xfrm>
            <a:off x="1069848" y="5248656"/>
            <a:ext cx="4572000" cy="5669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spcAft>
                <a:spcPts val="200"/>
              </a:spcAft>
              <a:buNone/>
            </a:pPr>
            <a:r>
              <a:rPr lang="en-US" sz="1100" b="1" dirty="0">
                <a:solidFill>
                  <a:srgbClr val="2234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Cadastro no IFS</a:t>
            </a:r>
            <a:endParaRPr lang="en-US" sz="1100" dirty="0"/>
          </a:p>
          <a:p>
            <a:pPr marL="0" indent="0" algn="l">
              <a:buNone/>
            </a:pPr>
            <a:r>
              <a:rPr lang="en-US" sz="850" dirty="0">
                <a:solidFill>
                  <a:srgbClr val="5B66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RH · IFS</a:t>
            </a:r>
            <a:endParaRPr lang="en-US" sz="1100" dirty="0"/>
          </a:p>
        </p:txBody>
      </p:sp>
      <p:sp>
        <p:nvSpPr>
          <p:cNvPr id="36" name="Text 33"/>
          <p:cNvSpPr/>
          <p:nvPr/>
        </p:nvSpPr>
        <p:spPr>
          <a:xfrm>
            <a:off x="1069848" y="5815584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850" b="1" dirty="0">
                <a:solidFill>
                  <a:srgbClr val="0D66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Admissão registrada no sistema</a:t>
            </a:r>
            <a:endParaRPr lang="en-US" sz="850" dirty="0"/>
          </a:p>
        </p:txBody>
      </p:sp>
      <p:sp>
        <p:nvSpPr>
          <p:cNvPr id="40" name="Text 37"/>
          <p:cNvSpPr/>
          <p:nvPr/>
        </p:nvSpPr>
        <p:spPr>
          <a:xfrm>
            <a:off x="6583680" y="1069848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200" dirty="0"/>
          </a:p>
        </p:txBody>
      </p:sp>
      <p:sp>
        <p:nvSpPr>
          <p:cNvPr id="43" name="Shape 40"/>
          <p:cNvSpPr/>
          <p:nvPr/>
        </p:nvSpPr>
        <p:spPr>
          <a:xfrm>
            <a:off x="6400800" y="968410"/>
            <a:ext cx="5349240" cy="932688"/>
          </a:xfrm>
          <a:prstGeom prst="roundRect">
            <a:avLst>
              <a:gd name="adj" fmla="val 7843"/>
            </a:avLst>
          </a:prstGeom>
          <a:solidFill>
            <a:srgbClr val="FFFFFF"/>
          </a:solidFill>
          <a:ln/>
          <a:effectLst>
            <a:outerShdw blurRad="63500" dist="31750" dir="5400000" algn="bl" rotWithShape="0">
              <a:srgbClr val="1B2A44">
                <a:alpha val="30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44" name="Shape 41"/>
          <p:cNvSpPr/>
          <p:nvPr/>
        </p:nvSpPr>
        <p:spPr>
          <a:xfrm>
            <a:off x="6400800" y="968410"/>
            <a:ext cx="91440" cy="932688"/>
          </a:xfrm>
          <a:prstGeom prst="rect">
            <a:avLst/>
          </a:prstGeom>
          <a:solidFill>
            <a:srgbClr val="E45D4A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45" name="Shape 42"/>
          <p:cNvSpPr/>
          <p:nvPr/>
        </p:nvSpPr>
        <p:spPr>
          <a:xfrm>
            <a:off x="6583680" y="1078138"/>
            <a:ext cx="402336" cy="402336"/>
          </a:xfrm>
          <a:prstGeom prst="ellipse">
            <a:avLst/>
          </a:prstGeom>
          <a:solidFill>
            <a:srgbClr val="22346B"/>
          </a:solidFill>
          <a:ln/>
          <a:effectLst>
            <a:outerShdw blurRad="63500" dist="31750" dir="5400000" algn="bl" rotWithShape="0">
              <a:srgbClr val="1B2A44">
                <a:alpha val="30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46" name="Text 43"/>
          <p:cNvSpPr/>
          <p:nvPr/>
        </p:nvSpPr>
        <p:spPr>
          <a:xfrm>
            <a:off x="6583680" y="1078138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200" dirty="0"/>
          </a:p>
        </p:txBody>
      </p:sp>
      <p:sp>
        <p:nvSpPr>
          <p:cNvPr id="47" name="Text 44"/>
          <p:cNvSpPr/>
          <p:nvPr/>
        </p:nvSpPr>
        <p:spPr>
          <a:xfrm>
            <a:off x="7059168" y="1014130"/>
            <a:ext cx="4572000" cy="5669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spcAft>
                <a:spcPts val="200"/>
              </a:spcAft>
              <a:buNone/>
            </a:pPr>
            <a:r>
              <a:rPr lang="en-US" sz="1100" b="1" dirty="0" err="1">
                <a:solidFill>
                  <a:srgbClr val="2234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Envio</a:t>
            </a:r>
            <a:r>
              <a:rPr lang="en-US" sz="1100" b="1" dirty="0">
                <a:solidFill>
                  <a:srgbClr val="2234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Guia de Boas Vindas (</a:t>
            </a:r>
            <a:r>
              <a:rPr lang="en-US" sz="1100" b="1" dirty="0" err="1">
                <a:solidFill>
                  <a:srgbClr val="2234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completo</a:t>
            </a:r>
            <a:r>
              <a:rPr lang="en-US" sz="1100" b="1" dirty="0">
                <a:solidFill>
                  <a:srgbClr val="2234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100" b="1" dirty="0" err="1">
                <a:solidFill>
                  <a:srgbClr val="2234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contemplando</a:t>
            </a:r>
            <a:r>
              <a:rPr lang="en-US" sz="1100" b="1" dirty="0">
                <a:solidFill>
                  <a:srgbClr val="2234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informações </a:t>
            </a:r>
            <a:r>
              <a:rPr lang="en-US" sz="1100" b="1" dirty="0" err="1">
                <a:solidFill>
                  <a:srgbClr val="2234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como</a:t>
            </a:r>
            <a:r>
              <a:rPr lang="en-US" sz="1100" b="1" dirty="0">
                <a:solidFill>
                  <a:srgbClr val="2234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mandala, </a:t>
            </a:r>
            <a:r>
              <a:rPr lang="en-US" sz="1100" b="1" dirty="0" err="1">
                <a:solidFill>
                  <a:srgbClr val="2234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rota</a:t>
            </a:r>
            <a:r>
              <a:rPr lang="en-US" sz="1100" b="1" dirty="0">
                <a:solidFill>
                  <a:srgbClr val="2234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de </a:t>
            </a:r>
            <a:r>
              <a:rPr lang="en-US" sz="1100" b="1" dirty="0" err="1">
                <a:solidFill>
                  <a:srgbClr val="2234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ônibus</a:t>
            </a:r>
            <a:r>
              <a:rPr lang="en-US" sz="1100" b="1" dirty="0">
                <a:solidFill>
                  <a:srgbClr val="2234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</a:t>
            </a:r>
            <a:r>
              <a:rPr lang="en-US" sz="1100" b="1" dirty="0" err="1">
                <a:solidFill>
                  <a:srgbClr val="2234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cronograma</a:t>
            </a:r>
            <a:r>
              <a:rPr lang="en-US" sz="1100" b="1" dirty="0">
                <a:solidFill>
                  <a:srgbClr val="2234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100" b="1" dirty="0" err="1">
                <a:solidFill>
                  <a:srgbClr val="2234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admissão</a:t>
            </a:r>
            <a:r>
              <a:rPr lang="en-US" sz="1100" b="1" dirty="0">
                <a:solidFill>
                  <a:srgbClr val="2234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</a:t>
            </a:r>
            <a:r>
              <a:rPr lang="en-US" sz="1100" b="1" dirty="0" err="1">
                <a:solidFill>
                  <a:srgbClr val="2234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horário</a:t>
            </a:r>
            <a:r>
              <a:rPr lang="en-US" sz="1100" b="1" dirty="0">
                <a:solidFill>
                  <a:srgbClr val="2234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100" b="1" dirty="0" err="1">
                <a:solidFill>
                  <a:srgbClr val="2234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trabalho</a:t>
            </a:r>
            <a:r>
              <a:rPr lang="en-US" sz="1100" b="1" dirty="0">
                <a:solidFill>
                  <a:srgbClr val="2234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etc.) </a:t>
            </a:r>
            <a:endParaRPr lang="en-US" sz="1100" dirty="0"/>
          </a:p>
          <a:p>
            <a:pPr marL="0" indent="0" algn="l">
              <a:buNone/>
            </a:pPr>
            <a:r>
              <a:rPr lang="en-US" sz="850" dirty="0">
                <a:solidFill>
                  <a:srgbClr val="5B66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RH · quinta-</a:t>
            </a:r>
            <a:r>
              <a:rPr lang="en-US" sz="850" dirty="0" err="1">
                <a:solidFill>
                  <a:srgbClr val="5B66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feira</a:t>
            </a:r>
            <a:r>
              <a:rPr lang="en-US" sz="850" dirty="0">
                <a:solidFill>
                  <a:srgbClr val="5B66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anterior</a:t>
            </a:r>
            <a:endParaRPr lang="en-US" sz="1100" dirty="0"/>
          </a:p>
        </p:txBody>
      </p:sp>
      <p:sp>
        <p:nvSpPr>
          <p:cNvPr id="48" name="Text 45"/>
          <p:cNvSpPr/>
          <p:nvPr/>
        </p:nvSpPr>
        <p:spPr>
          <a:xfrm>
            <a:off x="7059168" y="1581058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850" b="1" dirty="0">
                <a:solidFill>
                  <a:srgbClr val="0D66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Colaborador preparado para o 1º dia</a:t>
            </a:r>
            <a:endParaRPr lang="en-US" sz="850" dirty="0"/>
          </a:p>
        </p:txBody>
      </p:sp>
      <p:sp>
        <p:nvSpPr>
          <p:cNvPr id="49" name="Shape 46"/>
          <p:cNvSpPr/>
          <p:nvPr/>
        </p:nvSpPr>
        <p:spPr>
          <a:xfrm>
            <a:off x="6400800" y="2029114"/>
            <a:ext cx="5349240" cy="932688"/>
          </a:xfrm>
          <a:prstGeom prst="roundRect">
            <a:avLst>
              <a:gd name="adj" fmla="val 7843"/>
            </a:avLst>
          </a:prstGeom>
          <a:solidFill>
            <a:srgbClr val="FFFFFF"/>
          </a:solidFill>
          <a:ln/>
          <a:effectLst>
            <a:outerShdw blurRad="63500" dist="31750" dir="5400000" algn="bl" rotWithShape="0">
              <a:srgbClr val="1B2A44">
                <a:alpha val="30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50" name="Shape 47"/>
          <p:cNvSpPr/>
          <p:nvPr/>
        </p:nvSpPr>
        <p:spPr>
          <a:xfrm>
            <a:off x="6400800" y="2029114"/>
            <a:ext cx="91440" cy="932688"/>
          </a:xfrm>
          <a:prstGeom prst="rect">
            <a:avLst/>
          </a:prstGeom>
          <a:solidFill>
            <a:srgbClr val="E45D4A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51" name="Shape 48"/>
          <p:cNvSpPr/>
          <p:nvPr/>
        </p:nvSpPr>
        <p:spPr>
          <a:xfrm>
            <a:off x="6583680" y="2138842"/>
            <a:ext cx="402336" cy="402336"/>
          </a:xfrm>
          <a:prstGeom prst="ellipse">
            <a:avLst/>
          </a:prstGeom>
          <a:solidFill>
            <a:srgbClr val="22346B"/>
          </a:solidFill>
          <a:ln/>
          <a:effectLst>
            <a:outerShdw blurRad="63500" dist="31750" dir="5400000" algn="bl" rotWithShape="0">
              <a:srgbClr val="1B2A44">
                <a:alpha val="30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52" name="Text 49"/>
          <p:cNvSpPr/>
          <p:nvPr/>
        </p:nvSpPr>
        <p:spPr>
          <a:xfrm>
            <a:off x="6583680" y="2138842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200" dirty="0"/>
          </a:p>
        </p:txBody>
      </p:sp>
      <p:sp>
        <p:nvSpPr>
          <p:cNvPr id="53" name="Text 50"/>
          <p:cNvSpPr/>
          <p:nvPr/>
        </p:nvSpPr>
        <p:spPr>
          <a:xfrm>
            <a:off x="7059168" y="2074834"/>
            <a:ext cx="4572000" cy="5669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spcAft>
                <a:spcPts val="200"/>
              </a:spcAft>
              <a:buNone/>
            </a:pPr>
            <a:r>
              <a:rPr lang="en-US" sz="1100" b="1" dirty="0" err="1">
                <a:solidFill>
                  <a:srgbClr val="2234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Recepção</a:t>
            </a:r>
            <a:r>
              <a:rPr lang="en-US" sz="1100" b="1" dirty="0">
                <a:solidFill>
                  <a:srgbClr val="2234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do </a:t>
            </a:r>
            <a:r>
              <a:rPr lang="en-US" sz="1100" b="1" dirty="0" err="1">
                <a:solidFill>
                  <a:srgbClr val="2234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colaborador</a:t>
            </a:r>
            <a:endParaRPr lang="en-US" sz="1100" b="1" dirty="0">
              <a:solidFill>
                <a:srgbClr val="22346B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marL="0" indent="0" algn="l">
              <a:spcAft>
                <a:spcPts val="200"/>
              </a:spcAft>
              <a:buNone/>
            </a:pPr>
            <a:r>
              <a:rPr lang="en-US" sz="850" dirty="0">
                <a:solidFill>
                  <a:srgbClr val="5B66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RH</a:t>
            </a:r>
            <a:endParaRPr lang="en-US" sz="1100" dirty="0"/>
          </a:p>
        </p:txBody>
      </p:sp>
      <p:sp>
        <p:nvSpPr>
          <p:cNvPr id="54" name="Text 51"/>
          <p:cNvSpPr/>
          <p:nvPr/>
        </p:nvSpPr>
        <p:spPr>
          <a:xfrm>
            <a:off x="7059168" y="2641762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850" b="1" dirty="0">
                <a:solidFill>
                  <a:srgbClr val="0D66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Integração administrativa concluída</a:t>
            </a:r>
            <a:endParaRPr lang="en-US" sz="850" dirty="0"/>
          </a:p>
        </p:txBody>
      </p:sp>
      <p:sp>
        <p:nvSpPr>
          <p:cNvPr id="55" name="Shape 52"/>
          <p:cNvSpPr/>
          <p:nvPr/>
        </p:nvSpPr>
        <p:spPr>
          <a:xfrm>
            <a:off x="6400800" y="3089818"/>
            <a:ext cx="5349240" cy="932688"/>
          </a:xfrm>
          <a:prstGeom prst="roundRect">
            <a:avLst>
              <a:gd name="adj" fmla="val 7843"/>
            </a:avLst>
          </a:prstGeom>
          <a:solidFill>
            <a:srgbClr val="FFFFFF"/>
          </a:solidFill>
          <a:ln/>
          <a:effectLst>
            <a:outerShdw blurRad="63500" dist="31750" dir="5400000" algn="bl" rotWithShape="0">
              <a:srgbClr val="1B2A44">
                <a:alpha val="30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56" name="Shape 53"/>
          <p:cNvSpPr/>
          <p:nvPr/>
        </p:nvSpPr>
        <p:spPr>
          <a:xfrm>
            <a:off x="6400800" y="3089818"/>
            <a:ext cx="91440" cy="932688"/>
          </a:xfrm>
          <a:prstGeom prst="rect">
            <a:avLst/>
          </a:prstGeom>
          <a:solidFill>
            <a:srgbClr val="E45D4A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57" name="Shape 54"/>
          <p:cNvSpPr/>
          <p:nvPr/>
        </p:nvSpPr>
        <p:spPr>
          <a:xfrm>
            <a:off x="6583680" y="3199546"/>
            <a:ext cx="402336" cy="402336"/>
          </a:xfrm>
          <a:prstGeom prst="ellipse">
            <a:avLst/>
          </a:prstGeom>
          <a:solidFill>
            <a:srgbClr val="22346B"/>
          </a:solidFill>
          <a:ln/>
          <a:effectLst>
            <a:outerShdw blurRad="63500" dist="31750" dir="5400000" algn="bl" rotWithShape="0">
              <a:srgbClr val="1B2A44">
                <a:alpha val="30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58" name="Text 55"/>
          <p:cNvSpPr/>
          <p:nvPr/>
        </p:nvSpPr>
        <p:spPr>
          <a:xfrm>
            <a:off x="6583680" y="3199546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chemeClr val="bg1"/>
                </a:solidFill>
                <a:latin typeface="Montserrat" panose="00000500000000000000" pitchFamily="2" charset="0"/>
              </a:rPr>
              <a:t>8</a:t>
            </a:r>
          </a:p>
        </p:txBody>
      </p:sp>
      <p:sp>
        <p:nvSpPr>
          <p:cNvPr id="59" name="Text 56"/>
          <p:cNvSpPr/>
          <p:nvPr/>
        </p:nvSpPr>
        <p:spPr>
          <a:xfrm>
            <a:off x="7059168" y="3135538"/>
            <a:ext cx="4572000" cy="5669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spcAft>
                <a:spcPts val="200"/>
              </a:spcAft>
              <a:buNone/>
            </a:pPr>
            <a:r>
              <a:rPr lang="en-US" sz="1100" b="1" dirty="0" err="1">
                <a:solidFill>
                  <a:srgbClr val="2234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Integração</a:t>
            </a:r>
            <a:r>
              <a:rPr lang="en-US" sz="1100" b="1" dirty="0">
                <a:solidFill>
                  <a:srgbClr val="2234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de RH, </a:t>
            </a:r>
            <a:r>
              <a:rPr lang="en-US" sz="1100" b="1" dirty="0" err="1">
                <a:solidFill>
                  <a:srgbClr val="2234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assinatura</a:t>
            </a:r>
            <a:r>
              <a:rPr lang="en-US" sz="1100" b="1" dirty="0">
                <a:solidFill>
                  <a:srgbClr val="2234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de </a:t>
            </a:r>
            <a:r>
              <a:rPr lang="en-US" sz="1100" b="1" dirty="0" err="1">
                <a:solidFill>
                  <a:srgbClr val="2234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contratos</a:t>
            </a:r>
            <a:r>
              <a:rPr lang="en-US" sz="1100" b="1" dirty="0">
                <a:solidFill>
                  <a:srgbClr val="2234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e Entrega do Kit Boas-</a:t>
            </a:r>
            <a:r>
              <a:rPr lang="en-US" sz="1100" b="1" dirty="0" err="1">
                <a:solidFill>
                  <a:srgbClr val="2234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vindas</a:t>
            </a:r>
            <a:endParaRPr lang="en-US" sz="1100" dirty="0"/>
          </a:p>
          <a:p>
            <a:pPr marL="0" indent="0" algn="l">
              <a:buNone/>
            </a:pPr>
            <a:r>
              <a:rPr lang="en-US" sz="850" dirty="0">
                <a:solidFill>
                  <a:srgbClr val="5B66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RH · 45 dias</a:t>
            </a:r>
            <a:endParaRPr lang="en-US" sz="1100" dirty="0"/>
          </a:p>
        </p:txBody>
      </p:sp>
      <p:sp>
        <p:nvSpPr>
          <p:cNvPr id="60" name="Text 57"/>
          <p:cNvSpPr/>
          <p:nvPr/>
        </p:nvSpPr>
        <p:spPr>
          <a:xfrm>
            <a:off x="7059168" y="3702466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850" b="1" dirty="0">
                <a:solidFill>
                  <a:srgbClr val="0D66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Acompanhamento estruturado</a:t>
            </a:r>
            <a:endParaRPr lang="en-US" sz="850" dirty="0"/>
          </a:p>
        </p:txBody>
      </p:sp>
      <p:sp>
        <p:nvSpPr>
          <p:cNvPr id="61" name="Shape 58"/>
          <p:cNvSpPr/>
          <p:nvPr/>
        </p:nvSpPr>
        <p:spPr>
          <a:xfrm>
            <a:off x="6400800" y="4150522"/>
            <a:ext cx="5349240" cy="932688"/>
          </a:xfrm>
          <a:prstGeom prst="roundRect">
            <a:avLst>
              <a:gd name="adj" fmla="val 7843"/>
            </a:avLst>
          </a:prstGeom>
          <a:solidFill>
            <a:srgbClr val="FFFFFF"/>
          </a:solidFill>
          <a:ln/>
          <a:effectLst>
            <a:outerShdw blurRad="63500" dist="31750" dir="5400000" algn="bl" rotWithShape="0">
              <a:srgbClr val="1B2A44">
                <a:alpha val="30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62" name="Shape 59"/>
          <p:cNvSpPr/>
          <p:nvPr/>
        </p:nvSpPr>
        <p:spPr>
          <a:xfrm>
            <a:off x="6400800" y="4150522"/>
            <a:ext cx="91440" cy="932688"/>
          </a:xfrm>
          <a:prstGeom prst="rect">
            <a:avLst/>
          </a:prstGeom>
          <a:solidFill>
            <a:srgbClr val="E45D4A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63" name="Shape 60"/>
          <p:cNvSpPr/>
          <p:nvPr/>
        </p:nvSpPr>
        <p:spPr>
          <a:xfrm>
            <a:off x="6583680" y="4260250"/>
            <a:ext cx="402336" cy="402336"/>
          </a:xfrm>
          <a:prstGeom prst="ellipse">
            <a:avLst/>
          </a:prstGeom>
          <a:solidFill>
            <a:srgbClr val="22346B"/>
          </a:solidFill>
          <a:ln/>
          <a:effectLst>
            <a:outerShdw blurRad="63500" dist="31750" dir="5400000" algn="bl" rotWithShape="0">
              <a:srgbClr val="1B2A44">
                <a:alpha val="30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64" name="Text 61"/>
          <p:cNvSpPr/>
          <p:nvPr/>
        </p:nvSpPr>
        <p:spPr>
          <a:xfrm>
            <a:off x="6583680" y="426025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200" dirty="0"/>
          </a:p>
        </p:txBody>
      </p:sp>
      <p:sp>
        <p:nvSpPr>
          <p:cNvPr id="65" name="Text 62"/>
          <p:cNvSpPr/>
          <p:nvPr/>
        </p:nvSpPr>
        <p:spPr>
          <a:xfrm>
            <a:off x="7059168" y="4196242"/>
            <a:ext cx="4572000" cy="5669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>
              <a:spcAft>
                <a:spcPts val="200"/>
              </a:spcAft>
            </a:pPr>
            <a:r>
              <a:rPr lang="en-US" sz="1100" b="1" dirty="0">
                <a:solidFill>
                  <a:srgbClr val="2234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Jornada de </a:t>
            </a:r>
            <a:r>
              <a:rPr lang="en-US" sz="1100" b="1" dirty="0" err="1">
                <a:solidFill>
                  <a:srgbClr val="2234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Experiência</a:t>
            </a:r>
            <a:endParaRPr lang="en-US" sz="1100" dirty="0"/>
          </a:p>
          <a:p>
            <a:pPr marL="0" indent="0" algn="l">
              <a:buNone/>
            </a:pPr>
            <a:r>
              <a:rPr lang="en-US" sz="850" dirty="0">
                <a:solidFill>
                  <a:srgbClr val="5B66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RH · 45 </a:t>
            </a:r>
            <a:r>
              <a:rPr lang="en-US" sz="850" dirty="0" err="1">
                <a:solidFill>
                  <a:srgbClr val="5B66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dias</a:t>
            </a:r>
            <a:endParaRPr lang="en-US" sz="1100" dirty="0"/>
          </a:p>
        </p:txBody>
      </p:sp>
      <p:sp>
        <p:nvSpPr>
          <p:cNvPr id="66" name="Text 63"/>
          <p:cNvSpPr/>
          <p:nvPr/>
        </p:nvSpPr>
        <p:spPr>
          <a:xfrm>
            <a:off x="7059168" y="476317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850" b="1" dirty="0">
                <a:solidFill>
                  <a:srgbClr val="0D66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Colaborador integrado</a:t>
            </a:r>
            <a:endParaRPr lang="en-US" sz="850" dirty="0"/>
          </a:p>
        </p:txBody>
      </p:sp>
      <p:sp>
        <p:nvSpPr>
          <p:cNvPr id="67" name="Shape 64"/>
          <p:cNvSpPr/>
          <p:nvPr/>
        </p:nvSpPr>
        <p:spPr>
          <a:xfrm>
            <a:off x="3086100" y="1892808"/>
            <a:ext cx="0" cy="128016"/>
          </a:xfrm>
          <a:prstGeom prst="line">
            <a:avLst/>
          </a:prstGeom>
          <a:noFill/>
          <a:ln w="20320">
            <a:solidFill>
              <a:srgbClr val="E45D4A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pt-BR"/>
          </a:p>
        </p:txBody>
      </p:sp>
      <p:sp>
        <p:nvSpPr>
          <p:cNvPr id="68" name="Shape 65"/>
          <p:cNvSpPr/>
          <p:nvPr/>
        </p:nvSpPr>
        <p:spPr>
          <a:xfrm>
            <a:off x="9075420" y="840394"/>
            <a:ext cx="0" cy="128016"/>
          </a:xfrm>
          <a:prstGeom prst="line">
            <a:avLst/>
          </a:prstGeom>
          <a:noFill/>
          <a:ln w="20320">
            <a:solidFill>
              <a:srgbClr val="E45D4A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pt-BR"/>
          </a:p>
        </p:txBody>
      </p:sp>
      <p:sp>
        <p:nvSpPr>
          <p:cNvPr id="69" name="Shape 66"/>
          <p:cNvSpPr/>
          <p:nvPr/>
        </p:nvSpPr>
        <p:spPr>
          <a:xfrm>
            <a:off x="3086100" y="2953512"/>
            <a:ext cx="0" cy="128016"/>
          </a:xfrm>
          <a:prstGeom prst="line">
            <a:avLst/>
          </a:prstGeom>
          <a:noFill/>
          <a:ln w="20320">
            <a:solidFill>
              <a:srgbClr val="E45D4A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pt-BR"/>
          </a:p>
        </p:txBody>
      </p:sp>
      <p:sp>
        <p:nvSpPr>
          <p:cNvPr id="70" name="Shape 67"/>
          <p:cNvSpPr/>
          <p:nvPr/>
        </p:nvSpPr>
        <p:spPr>
          <a:xfrm>
            <a:off x="9075420" y="1901098"/>
            <a:ext cx="0" cy="128016"/>
          </a:xfrm>
          <a:prstGeom prst="line">
            <a:avLst/>
          </a:prstGeom>
          <a:noFill/>
          <a:ln w="20320">
            <a:solidFill>
              <a:srgbClr val="E45D4A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pt-BR"/>
          </a:p>
        </p:txBody>
      </p:sp>
      <p:sp>
        <p:nvSpPr>
          <p:cNvPr id="71" name="Shape 68"/>
          <p:cNvSpPr/>
          <p:nvPr/>
        </p:nvSpPr>
        <p:spPr>
          <a:xfrm>
            <a:off x="3086100" y="4014216"/>
            <a:ext cx="0" cy="128016"/>
          </a:xfrm>
          <a:prstGeom prst="line">
            <a:avLst/>
          </a:prstGeom>
          <a:noFill/>
          <a:ln w="20320">
            <a:solidFill>
              <a:srgbClr val="E45D4A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pt-BR"/>
          </a:p>
        </p:txBody>
      </p:sp>
      <p:sp>
        <p:nvSpPr>
          <p:cNvPr id="72" name="Shape 69"/>
          <p:cNvSpPr/>
          <p:nvPr/>
        </p:nvSpPr>
        <p:spPr>
          <a:xfrm>
            <a:off x="9075420" y="2961802"/>
            <a:ext cx="0" cy="128016"/>
          </a:xfrm>
          <a:prstGeom prst="line">
            <a:avLst/>
          </a:prstGeom>
          <a:noFill/>
          <a:ln w="20320">
            <a:solidFill>
              <a:srgbClr val="E45D4A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pt-BR"/>
          </a:p>
        </p:txBody>
      </p:sp>
      <p:sp>
        <p:nvSpPr>
          <p:cNvPr id="73" name="Shape 70"/>
          <p:cNvSpPr/>
          <p:nvPr/>
        </p:nvSpPr>
        <p:spPr>
          <a:xfrm>
            <a:off x="3086100" y="5074920"/>
            <a:ext cx="0" cy="128016"/>
          </a:xfrm>
          <a:prstGeom prst="line">
            <a:avLst/>
          </a:prstGeom>
          <a:noFill/>
          <a:ln w="20320">
            <a:solidFill>
              <a:srgbClr val="E45D4A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pt-BR"/>
          </a:p>
        </p:txBody>
      </p:sp>
      <p:sp>
        <p:nvSpPr>
          <p:cNvPr id="74" name="Shape 71"/>
          <p:cNvSpPr/>
          <p:nvPr/>
        </p:nvSpPr>
        <p:spPr>
          <a:xfrm>
            <a:off x="9075420" y="4022506"/>
            <a:ext cx="0" cy="128016"/>
          </a:xfrm>
          <a:prstGeom prst="line">
            <a:avLst/>
          </a:prstGeom>
          <a:noFill/>
          <a:ln w="20320">
            <a:solidFill>
              <a:srgbClr val="E45D4A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pt-BR"/>
          </a:p>
        </p:txBody>
      </p:sp>
      <p:sp>
        <p:nvSpPr>
          <p:cNvPr id="6" name="Shape 58">
            <a:extLst>
              <a:ext uri="{FF2B5EF4-FFF2-40B4-BE49-F238E27FC236}">
                <a16:creationId xmlns:a16="http://schemas.microsoft.com/office/drawing/2014/main" id="{31930EB1-0ED2-BDFC-0D7C-75E8BFEBF345}"/>
              </a:ext>
            </a:extLst>
          </p:cNvPr>
          <p:cNvSpPr/>
          <p:nvPr/>
        </p:nvSpPr>
        <p:spPr>
          <a:xfrm>
            <a:off x="6400800" y="5202312"/>
            <a:ext cx="5349240" cy="932688"/>
          </a:xfrm>
          <a:prstGeom prst="roundRect">
            <a:avLst>
              <a:gd name="adj" fmla="val 7843"/>
            </a:avLst>
          </a:prstGeom>
          <a:solidFill>
            <a:srgbClr val="FFFFFF"/>
          </a:solidFill>
          <a:ln/>
          <a:effectLst>
            <a:outerShdw blurRad="63500" dist="31750" dir="5400000" algn="bl" rotWithShape="0">
              <a:srgbClr val="1B2A44">
                <a:alpha val="30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75" name="Shape 59">
            <a:extLst>
              <a:ext uri="{FF2B5EF4-FFF2-40B4-BE49-F238E27FC236}">
                <a16:creationId xmlns:a16="http://schemas.microsoft.com/office/drawing/2014/main" id="{1B3ACD49-0609-8E4D-9F29-DEA596D53216}"/>
              </a:ext>
            </a:extLst>
          </p:cNvPr>
          <p:cNvSpPr/>
          <p:nvPr/>
        </p:nvSpPr>
        <p:spPr>
          <a:xfrm>
            <a:off x="6400800" y="5202312"/>
            <a:ext cx="91440" cy="932688"/>
          </a:xfrm>
          <a:prstGeom prst="rect">
            <a:avLst/>
          </a:prstGeom>
          <a:solidFill>
            <a:srgbClr val="E45D4A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76" name="Shape 60">
            <a:extLst>
              <a:ext uri="{FF2B5EF4-FFF2-40B4-BE49-F238E27FC236}">
                <a16:creationId xmlns:a16="http://schemas.microsoft.com/office/drawing/2014/main" id="{CE670CF5-C412-CC35-6C79-C11C3C044A56}"/>
              </a:ext>
            </a:extLst>
          </p:cNvPr>
          <p:cNvSpPr/>
          <p:nvPr/>
        </p:nvSpPr>
        <p:spPr>
          <a:xfrm>
            <a:off x="6583680" y="5312040"/>
            <a:ext cx="402336" cy="402336"/>
          </a:xfrm>
          <a:prstGeom prst="ellipse">
            <a:avLst/>
          </a:prstGeom>
          <a:solidFill>
            <a:srgbClr val="22346B"/>
          </a:solidFill>
          <a:ln/>
          <a:effectLst>
            <a:outerShdw blurRad="63500" dist="31750" dir="5400000" algn="bl" rotWithShape="0">
              <a:srgbClr val="1B2A44">
                <a:alpha val="30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77" name="Text 61">
            <a:extLst>
              <a:ext uri="{FF2B5EF4-FFF2-40B4-BE49-F238E27FC236}">
                <a16:creationId xmlns:a16="http://schemas.microsoft.com/office/drawing/2014/main" id="{76326A10-F479-85B6-DFEA-EE75D909E123}"/>
              </a:ext>
            </a:extLst>
          </p:cNvPr>
          <p:cNvSpPr/>
          <p:nvPr/>
        </p:nvSpPr>
        <p:spPr>
          <a:xfrm>
            <a:off x="6583680" y="531204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200" dirty="0"/>
          </a:p>
        </p:txBody>
      </p:sp>
      <p:sp>
        <p:nvSpPr>
          <p:cNvPr id="78" name="Text 62">
            <a:extLst>
              <a:ext uri="{FF2B5EF4-FFF2-40B4-BE49-F238E27FC236}">
                <a16:creationId xmlns:a16="http://schemas.microsoft.com/office/drawing/2014/main" id="{A0176728-0D20-DE27-426E-F954DEA8C705}"/>
              </a:ext>
            </a:extLst>
          </p:cNvPr>
          <p:cNvSpPr/>
          <p:nvPr/>
        </p:nvSpPr>
        <p:spPr>
          <a:xfrm>
            <a:off x="7059168" y="5248032"/>
            <a:ext cx="4572000" cy="5669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spcAft>
                <a:spcPts val="200"/>
              </a:spcAft>
              <a:buNone/>
            </a:pPr>
            <a:r>
              <a:rPr lang="en-US" sz="1100" b="1" dirty="0">
                <a:solidFill>
                  <a:srgbClr val="2234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Encerramento do Onboarding</a:t>
            </a:r>
            <a:endParaRPr lang="en-US" sz="1100" dirty="0"/>
          </a:p>
          <a:p>
            <a:pPr marL="0" indent="0" algn="l">
              <a:buNone/>
            </a:pPr>
            <a:r>
              <a:rPr lang="en-US" sz="850" dirty="0">
                <a:solidFill>
                  <a:srgbClr val="5B66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RH · Gestor</a:t>
            </a:r>
            <a:endParaRPr lang="en-US" sz="1100" dirty="0"/>
          </a:p>
        </p:txBody>
      </p:sp>
      <p:sp>
        <p:nvSpPr>
          <p:cNvPr id="79" name="Text 63">
            <a:extLst>
              <a:ext uri="{FF2B5EF4-FFF2-40B4-BE49-F238E27FC236}">
                <a16:creationId xmlns:a16="http://schemas.microsoft.com/office/drawing/2014/main" id="{CBE7A03E-E3E9-556B-758E-30739E6AA864}"/>
              </a:ext>
            </a:extLst>
          </p:cNvPr>
          <p:cNvSpPr/>
          <p:nvPr/>
        </p:nvSpPr>
        <p:spPr>
          <a:xfrm>
            <a:off x="7059168" y="581496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850" b="1" dirty="0">
                <a:solidFill>
                  <a:srgbClr val="0D66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Colaborador integrado</a:t>
            </a:r>
            <a:endParaRPr lang="en-US" sz="850" dirty="0"/>
          </a:p>
        </p:txBody>
      </p:sp>
      <p:sp>
        <p:nvSpPr>
          <p:cNvPr id="80" name="Shape 71">
            <a:extLst>
              <a:ext uri="{FF2B5EF4-FFF2-40B4-BE49-F238E27FC236}">
                <a16:creationId xmlns:a16="http://schemas.microsoft.com/office/drawing/2014/main" id="{0D261493-BD15-C1BC-EA93-7F61AC70047B}"/>
              </a:ext>
            </a:extLst>
          </p:cNvPr>
          <p:cNvSpPr/>
          <p:nvPr/>
        </p:nvSpPr>
        <p:spPr>
          <a:xfrm>
            <a:off x="9075420" y="5074296"/>
            <a:ext cx="0" cy="128016"/>
          </a:xfrm>
          <a:prstGeom prst="line">
            <a:avLst/>
          </a:prstGeom>
          <a:noFill/>
          <a:ln w="20320">
            <a:solidFill>
              <a:srgbClr val="E45D4A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pt-BR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86384"/>
          </a:xfrm>
          <a:prstGeom prst="rect">
            <a:avLst/>
          </a:prstGeom>
          <a:solidFill>
            <a:srgbClr val="22346B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3" name="Shape 1"/>
          <p:cNvSpPr/>
          <p:nvPr/>
        </p:nvSpPr>
        <p:spPr>
          <a:xfrm>
            <a:off x="0" y="786384"/>
            <a:ext cx="12191695" cy="54864"/>
          </a:xfrm>
          <a:prstGeom prst="rect">
            <a:avLst/>
          </a:prstGeom>
          <a:solidFill>
            <a:srgbClr val="E45D4A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4" name="Text 2"/>
          <p:cNvSpPr/>
          <p:nvPr/>
        </p:nvSpPr>
        <p:spPr>
          <a:xfrm>
            <a:off x="365760" y="0"/>
            <a:ext cx="7863840" cy="7863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Onboarding — Etapas 1 a 5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-43133" y="259828"/>
            <a:ext cx="2148840" cy="7863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b="1" dirty="0">
                <a:solidFill>
                  <a:srgbClr val="E45D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Documentação e admissão</a:t>
            </a:r>
            <a:endParaRPr lang="en-US" sz="11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/>
        </p:nvGraphicFramePr>
        <p:xfrm>
          <a:off x="365760" y="1024128"/>
          <a:ext cx="11457432" cy="4901184"/>
        </p:xfrm>
        <a:graphic>
          <a:graphicData uri="http://schemas.openxmlformats.org/drawingml/2006/table">
            <a:tbl>
              <a:tblPr/>
              <a:tblGrid>
                <a:gridCol w="24688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28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78231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37744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2918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Etapa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7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2346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Responsável / Sistema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7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2346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Atividades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7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2346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Resultado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7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2346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9144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b="1" dirty="0">
                          <a:solidFill>
                            <a:srgbClr val="22346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  Aprovação do candidato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7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3A414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RH · Pandapé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7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70" dirty="0">
                          <a:solidFill>
                            <a:srgbClr val="3A414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Movimentação do candidato para a etapa Contratação; envio automático do link para submissão da documentação obrigatória.</a:t>
                      </a:r>
                      <a:endParaRPr lang="en-US" sz="87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7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b="1" dirty="0">
                          <a:solidFill>
                            <a:srgbClr val="0D666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Processo admissional iniciado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7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EE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9144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b="1" dirty="0">
                          <a:solidFill>
                            <a:srgbClr val="22346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  Agendamento do ASO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7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3A414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RH · Saúde Ocupacional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7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70" dirty="0">
                          <a:solidFill>
                            <a:srgbClr val="3A414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Encaminhamento dos dados do candidato: nome, cargo, centro de custo e telefone.</a:t>
                      </a:r>
                      <a:endParaRPr lang="en-US" sz="87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7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b="1" dirty="0">
                          <a:solidFill>
                            <a:srgbClr val="0D666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Exame admissional agendado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7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EE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9144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b="1" dirty="0">
                          <a:solidFill>
                            <a:srgbClr val="22346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  Recebimento e organização da documentação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7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3A414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RH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7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70" dirty="0">
                          <a:solidFill>
                            <a:srgbClr val="3A414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Inclusão na Planilha de Controle de Admissões; recebimento e conferência dos documentos pessoais; organização do Book do Colaborador.</a:t>
                      </a:r>
                      <a:endParaRPr lang="en-US" sz="87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7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b="1" dirty="0">
                          <a:solidFill>
                            <a:srgbClr val="0D666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Documentação conferida e arquivada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7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EE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9144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b="1" dirty="0">
                          <a:solidFill>
                            <a:srgbClr val="22346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  Checklist Pré-Admissional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7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3A414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RH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7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70" dirty="0" err="1">
                          <a:solidFill>
                            <a:srgbClr val="3A414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Conferências</a:t>
                      </a:r>
                      <a:r>
                        <a:rPr lang="en-US" sz="870" dirty="0">
                          <a:solidFill>
                            <a:srgbClr val="3A414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 (documentação, ASO, Linx, DocuSign, </a:t>
                      </a:r>
                      <a:r>
                        <a:rPr lang="en-US" sz="870" dirty="0" err="1">
                          <a:solidFill>
                            <a:srgbClr val="3A414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uniforme</a:t>
                      </a:r>
                      <a:r>
                        <a:rPr lang="en-US" sz="870" dirty="0">
                          <a:solidFill>
                            <a:srgbClr val="3A414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, </a:t>
                      </a:r>
                      <a:r>
                        <a:rPr lang="en-US" sz="870" dirty="0" err="1">
                          <a:solidFill>
                            <a:srgbClr val="3A414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crachá</a:t>
                      </a:r>
                      <a:r>
                        <a:rPr lang="en-US" sz="870" dirty="0">
                          <a:solidFill>
                            <a:srgbClr val="3A414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, ponto, benefícios, NR-22, </a:t>
                      </a:r>
                      <a:r>
                        <a:rPr lang="en-US" sz="870" dirty="0" err="1">
                          <a:solidFill>
                            <a:srgbClr val="3A414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acessos</a:t>
                      </a:r>
                      <a:r>
                        <a:rPr lang="en-US" sz="870" dirty="0">
                          <a:solidFill>
                            <a:srgbClr val="3A414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…).</a:t>
                      </a:r>
                      <a:endParaRPr lang="en-US" sz="87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7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b="1" dirty="0">
                          <a:solidFill>
                            <a:srgbClr val="0D666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Colaborador apto para a integração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7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EE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9144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b="1" dirty="0">
                          <a:solidFill>
                            <a:srgbClr val="22346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  Cadastro no Linx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7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3A414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RH · Linx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7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70" dirty="0">
                          <a:solidFill>
                            <a:srgbClr val="3A414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Pré-requisitos: documentação completa e ASO apto.</a:t>
                      </a:r>
                      <a:endParaRPr lang="en-US" sz="87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7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b="1" dirty="0">
                          <a:solidFill>
                            <a:srgbClr val="0D666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Admissão registrada no sistema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7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EE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86384"/>
          </a:xfrm>
          <a:prstGeom prst="rect">
            <a:avLst/>
          </a:prstGeom>
          <a:solidFill>
            <a:srgbClr val="22346B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3" name="Shape 1"/>
          <p:cNvSpPr/>
          <p:nvPr/>
        </p:nvSpPr>
        <p:spPr>
          <a:xfrm>
            <a:off x="0" y="786384"/>
            <a:ext cx="12191695" cy="54864"/>
          </a:xfrm>
          <a:prstGeom prst="rect">
            <a:avLst/>
          </a:prstGeom>
          <a:solidFill>
            <a:srgbClr val="E45D4A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4" name="Text 2"/>
          <p:cNvSpPr/>
          <p:nvPr/>
        </p:nvSpPr>
        <p:spPr>
          <a:xfrm>
            <a:off x="365760" y="0"/>
            <a:ext cx="7863840" cy="7863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Onboarding — Etapas 6 a 10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189782" y="263623"/>
            <a:ext cx="2148840" cy="7863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b="1" dirty="0">
                <a:solidFill>
                  <a:srgbClr val="E45D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Integração e acompanhamento</a:t>
            </a:r>
            <a:endParaRPr lang="en-US" sz="11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/>
        </p:nvGraphicFramePr>
        <p:xfrm>
          <a:off x="365760" y="1024128"/>
          <a:ext cx="11457432" cy="4901184"/>
        </p:xfrm>
        <a:graphic>
          <a:graphicData uri="http://schemas.openxmlformats.org/drawingml/2006/table">
            <a:tbl>
              <a:tblPr/>
              <a:tblGrid>
                <a:gridCol w="24688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28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78231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37744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2918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Etapa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7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2346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Responsável / Sistema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7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2346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Atividades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7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2346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Resultado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7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2346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9144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b="1" dirty="0">
                          <a:solidFill>
                            <a:srgbClr val="22346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  Assinatura Contratual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7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3A414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RH · DocuSign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7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70" dirty="0">
                          <a:solidFill>
                            <a:srgbClr val="3A414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Documentos: Contrato de Trabalho e Ficha de Registro.</a:t>
                      </a:r>
                      <a:endParaRPr lang="en-US" sz="87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7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b="1" dirty="0">
                          <a:solidFill>
                            <a:srgbClr val="0D666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Contrato formalizado e assinado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7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EE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9144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b="1" dirty="0">
                          <a:solidFill>
                            <a:srgbClr val="22346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  Comunicação Pré-Integração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7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3A414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RH · sexta anterior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7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70" dirty="0">
                          <a:solidFill>
                            <a:srgbClr val="3A414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E-mail com Guia de Integração, local e horário, rota do ônibus, informações da NR-22 e orientações de acesso à unidade.</a:t>
                      </a:r>
                      <a:endParaRPr lang="en-US" sz="87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7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b="1" dirty="0">
                          <a:solidFill>
                            <a:srgbClr val="0D666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Colaborador preparado para o 1º dia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7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EE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9144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b="1" dirty="0">
                          <a:solidFill>
                            <a:srgbClr val="22346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  Primeiro dia de Integração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7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3A414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RH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7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70" dirty="0">
                          <a:solidFill>
                            <a:srgbClr val="3A414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Entrega de uniforme; Integração RH: registro de ponto, benefícios, seguro de vida, adiantamento salarial e assinatura dos formulários obrigatórios.</a:t>
                      </a:r>
                      <a:endParaRPr lang="en-US" sz="87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7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b="1" dirty="0">
                          <a:solidFill>
                            <a:srgbClr val="0D666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Integração administrativa concluída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7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EE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9144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b="1" dirty="0">
                          <a:solidFill>
                            <a:srgbClr val="22346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  Programa Padrinho &amp; Jornada de Experiência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7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3A414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RH · 45 dias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7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70" dirty="0">
                          <a:solidFill>
                            <a:srgbClr val="3A414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Padrinho acompanha a adaptação e os </a:t>
                      </a:r>
                      <a:r>
                        <a:rPr lang="en-US" sz="870" dirty="0" err="1">
                          <a:solidFill>
                            <a:srgbClr val="3A414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treinamentos</a:t>
                      </a:r>
                      <a:r>
                        <a:rPr lang="en-US" sz="870" dirty="0">
                          <a:solidFill>
                            <a:srgbClr val="3A414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 </a:t>
                      </a:r>
                      <a:r>
                        <a:rPr lang="en-US" sz="870" dirty="0" err="1">
                          <a:solidFill>
                            <a:srgbClr val="3A414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obrigatórios</a:t>
                      </a:r>
                      <a:r>
                        <a:rPr lang="en-US" sz="870" dirty="0">
                          <a:solidFill>
                            <a:srgbClr val="3A414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 (</a:t>
                      </a:r>
                      <a:r>
                        <a:rPr lang="en-US" sz="870" dirty="0" err="1">
                          <a:solidFill>
                            <a:srgbClr val="3A414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tem</a:t>
                      </a:r>
                      <a:r>
                        <a:rPr lang="en-US" sz="870" dirty="0">
                          <a:solidFill>
                            <a:srgbClr val="3A414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 </a:t>
                      </a:r>
                      <a:r>
                        <a:rPr lang="en-US" sz="870" dirty="0" err="1">
                          <a:solidFill>
                            <a:srgbClr val="3A414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formulario</a:t>
                      </a:r>
                      <a:r>
                        <a:rPr lang="en-US" sz="870" dirty="0">
                          <a:solidFill>
                            <a:srgbClr val="3A414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 de </a:t>
                      </a:r>
                      <a:r>
                        <a:rPr lang="en-US" sz="870" dirty="0" err="1">
                          <a:solidFill>
                            <a:srgbClr val="3A414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preenchimento</a:t>
                      </a:r>
                      <a:r>
                        <a:rPr lang="en-US" sz="870" dirty="0">
                          <a:solidFill>
                            <a:srgbClr val="3A414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); Jornada de Experiência (em implantação): acompanhamento periódico, feedbacks e melhorias.</a:t>
                      </a:r>
                      <a:endParaRPr lang="en-US" sz="87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7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b="1" dirty="0">
                          <a:solidFill>
                            <a:srgbClr val="0D666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Onboarding com acompanhamento estruturado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7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EE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9144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b="1" dirty="0">
                          <a:solidFill>
                            <a:srgbClr val="22346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  Encerramento do Onboarding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7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3A414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RH · Gestor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7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70" dirty="0">
                          <a:solidFill>
                            <a:srgbClr val="3A414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Confirmação do Programa Padrinho e dos treinamentos; reunião de acompanhamento com gestor e colaborador; registro do encerramento da jornada.</a:t>
                      </a:r>
                      <a:endParaRPr lang="en-US" sz="87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7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b="1" dirty="0">
                          <a:solidFill>
                            <a:srgbClr val="0D666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Colaborador integrado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7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EE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pic>
        <p:nvPicPr>
          <p:cNvPr id="9" name="Image 2" descr="/home/deborah-andrade846/PPT---RH/rh/aura_logo_trim.png">
            <a:extLst>
              <a:ext uri="{FF2B5EF4-FFF2-40B4-BE49-F238E27FC236}">
                <a16:creationId xmlns:a16="http://schemas.microsoft.com/office/drawing/2014/main" id="{3EF7A217-E2A4-B8E0-8F9A-6BC0451E73E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153955" y="6178564"/>
            <a:ext cx="895422" cy="523988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1012</TotalTime>
  <Words>904</Words>
  <Application>Microsoft Office PowerPoint</Application>
  <PresentationFormat>Widescreen</PresentationFormat>
  <Paragraphs>221</Paragraphs>
  <Slides>6</Slides>
  <Notes>6</Notes>
  <HiddenSlides>0</HiddenSlides>
  <MMClips>0</MMClips>
  <ScaleCrop>false</ScaleCrop>
  <HeadingPairs>
    <vt:vector size="6" baseType="variant">
      <vt:variant>
        <vt:lpstr>Fontes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6</vt:i4>
      </vt:variant>
    </vt:vector>
  </HeadingPairs>
  <TitlesOfParts>
    <vt:vector size="10" baseType="lpstr">
      <vt:lpstr>Arial</vt:lpstr>
      <vt:lpstr>Calibri</vt:lpstr>
      <vt:lpstr>Montserrat</vt:lpstr>
      <vt:lpstr>Office Theme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Fluxo do Processo de Recrutamento e Seleção</dc:title>
  <dc:subject>PptxGenJS Presentation</dc:subject>
  <dc:creator>Déborah Giovana de Andrade Gonçalves</dc:creator>
  <cp:lastModifiedBy>Natalia Stefani Pedroso Claudino Canteiro</cp:lastModifiedBy>
  <cp:revision>5</cp:revision>
  <dcterms:created xsi:type="dcterms:W3CDTF">2026-07-02T11:47:14Z</dcterms:created>
  <dcterms:modified xsi:type="dcterms:W3CDTF">2026-07-10T14:29:36Z</dcterms:modified>
</cp:coreProperties>
</file>