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59" r:id="rId6"/>
    <p:sldId id="260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8ECBC-09D4-4765-B5BE-B0383B408C04}" v="15" dt="2026-07-10T14:42:21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Stefani Pedroso Claudino Canteiro" userId="4402df32-e72f-4f3c-b139-56c6ec8f1257" providerId="ADAL" clId="{446E0DE8-9696-4C95-8695-542C38B53044}"/>
    <pc:docChg chg="undo custSel addSld delSld modSld sldOrd">
      <pc:chgData name="Natalia Stefani Pedroso Claudino Canteiro" userId="4402df32-e72f-4f3c-b139-56c6ec8f1257" providerId="ADAL" clId="{446E0DE8-9696-4C95-8695-542C38B53044}" dt="2026-07-10T14:42:21.842" v="260"/>
      <pc:docMkLst>
        <pc:docMk/>
      </pc:docMkLst>
      <pc:sldChg chg="new del">
        <pc:chgData name="Natalia Stefani Pedroso Claudino Canteiro" userId="4402df32-e72f-4f3c-b139-56c6ec8f1257" providerId="ADAL" clId="{446E0DE8-9696-4C95-8695-542C38B53044}" dt="2026-07-10T14:18:19.551" v="2" actId="47"/>
        <pc:sldMkLst>
          <pc:docMk/>
          <pc:sldMk cId="3033759587" sldId="263"/>
        </pc:sldMkLst>
      </pc:sldChg>
      <pc:sldChg chg="delSp modSp add mod ord setBg">
        <pc:chgData name="Natalia Stefani Pedroso Claudino Canteiro" userId="4402df32-e72f-4f3c-b139-56c6ec8f1257" providerId="ADAL" clId="{446E0DE8-9696-4C95-8695-542C38B53044}" dt="2026-07-10T14:42:21.842" v="260"/>
        <pc:sldMkLst>
          <pc:docMk/>
          <pc:sldMk cId="14151228" sldId="264"/>
        </pc:sldMkLst>
        <pc:spChg chg="mod">
          <ac:chgData name="Natalia Stefani Pedroso Claudino Canteiro" userId="4402df32-e72f-4f3c-b139-56c6ec8f1257" providerId="ADAL" clId="{446E0DE8-9696-4C95-8695-542C38B53044}" dt="2026-07-10T14:18:54.157" v="14" actId="20577"/>
          <ac:spMkLst>
            <pc:docMk/>
            <pc:sldMk cId="14151228" sldId="264"/>
            <ac:spMk id="4" creationId="{ABC5117F-1465-A047-AAAA-34976C21FA31}"/>
          </ac:spMkLst>
        </pc:spChg>
        <pc:spChg chg="mod">
          <ac:chgData name="Natalia Stefani Pedroso Claudino Canteiro" userId="4402df32-e72f-4f3c-b139-56c6ec8f1257" providerId="ADAL" clId="{446E0DE8-9696-4C95-8695-542C38B53044}" dt="2026-07-10T14:22:59.995" v="71" actId="20577"/>
          <ac:spMkLst>
            <pc:docMk/>
            <pc:sldMk cId="14151228" sldId="264"/>
            <ac:spMk id="10" creationId="{3A03B4E0-7004-E29A-73EE-22B8848A977A}"/>
          </ac:spMkLst>
        </pc:spChg>
        <pc:spChg chg="mod">
          <ac:chgData name="Natalia Stefani Pedroso Claudino Canteiro" userId="4402df32-e72f-4f3c-b139-56c6ec8f1257" providerId="ADAL" clId="{446E0DE8-9696-4C95-8695-542C38B53044}" dt="2026-07-10T14:24:08.228" v="76" actId="255"/>
          <ac:spMkLst>
            <pc:docMk/>
            <pc:sldMk cId="14151228" sldId="264"/>
            <ac:spMk id="15" creationId="{56F80116-68C7-AD75-F40C-BA1F008AB257}"/>
          </ac:spMkLst>
        </pc:spChg>
        <pc:spChg chg="mod">
          <ac:chgData name="Natalia Stefani Pedroso Claudino Canteiro" userId="4402df32-e72f-4f3c-b139-56c6ec8f1257" providerId="ADAL" clId="{446E0DE8-9696-4C95-8695-542C38B53044}" dt="2026-07-10T14:28:12.976" v="83" actId="20577"/>
          <ac:spMkLst>
            <pc:docMk/>
            <pc:sldMk cId="14151228" sldId="264"/>
            <ac:spMk id="20" creationId="{E429AC19-023F-EEB1-C145-06DE9F128004}"/>
          </ac:spMkLst>
        </pc:spChg>
        <pc:spChg chg="mod">
          <ac:chgData name="Natalia Stefani Pedroso Claudino Canteiro" userId="4402df32-e72f-4f3c-b139-56c6ec8f1257" providerId="ADAL" clId="{446E0DE8-9696-4C95-8695-542C38B53044}" dt="2026-07-10T14:29:06.636" v="102" actId="20577"/>
          <ac:spMkLst>
            <pc:docMk/>
            <pc:sldMk cId="14151228" sldId="264"/>
            <ac:spMk id="25" creationId="{10619CE8-96C3-7970-5343-692E44DC1A96}"/>
          </ac:spMkLst>
        </pc:spChg>
        <pc:spChg chg="mod">
          <ac:chgData name="Natalia Stefani Pedroso Claudino Canteiro" userId="4402df32-e72f-4f3c-b139-56c6ec8f1257" providerId="ADAL" clId="{446E0DE8-9696-4C95-8695-542C38B53044}" dt="2026-07-10T14:32:24.686" v="135" actId="1076"/>
          <ac:spMkLst>
            <pc:docMk/>
            <pc:sldMk cId="14151228" sldId="264"/>
            <ac:spMk id="65" creationId="{3140CDF7-01FB-D7A9-08DA-16EEE8791EA8}"/>
          </ac:spMkLst>
        </pc:spChg>
        <pc:spChg chg="del">
          <ac:chgData name="Natalia Stefani Pedroso Claudino Canteiro" userId="4402df32-e72f-4f3c-b139-56c6ec8f1257" providerId="ADAL" clId="{446E0DE8-9696-4C95-8695-542C38B53044}" dt="2026-07-10T14:41:48.027" v="258" actId="478"/>
          <ac:spMkLst>
            <pc:docMk/>
            <pc:sldMk cId="14151228" sldId="264"/>
            <ac:spMk id="76" creationId="{A62B0A51-29C8-32B8-2592-B240B5DC695C}"/>
          </ac:spMkLst>
        </pc:spChg>
        <pc:spChg chg="mod">
          <ac:chgData name="Natalia Stefani Pedroso Claudino Canteiro" userId="4402df32-e72f-4f3c-b139-56c6ec8f1257" providerId="ADAL" clId="{446E0DE8-9696-4C95-8695-542C38B53044}" dt="2026-07-10T14:40:26.266" v="165" actId="20577"/>
          <ac:spMkLst>
            <pc:docMk/>
            <pc:sldMk cId="14151228" sldId="264"/>
            <ac:spMk id="83" creationId="{69570263-F26F-03C6-1DEE-1B3CFCFFBA07}"/>
          </ac:spMkLst>
        </pc:spChg>
        <pc:spChg chg="mod">
          <ac:chgData name="Natalia Stefani Pedroso Claudino Canteiro" userId="4402df32-e72f-4f3c-b139-56c6ec8f1257" providerId="ADAL" clId="{446E0DE8-9696-4C95-8695-542C38B53044}" dt="2026-07-10T14:41:28.475" v="257"/>
          <ac:spMkLst>
            <pc:docMk/>
            <pc:sldMk cId="14151228" sldId="264"/>
            <ac:spMk id="89" creationId="{C94F93EA-EEB0-0147-65E9-6106B2980D61}"/>
          </ac:spMkLst>
        </pc:spChg>
        <pc:spChg chg="mod">
          <ac:chgData name="Natalia Stefani Pedroso Claudino Canteiro" userId="4402df32-e72f-4f3c-b139-56c6ec8f1257" providerId="ADAL" clId="{446E0DE8-9696-4C95-8695-542C38B53044}" dt="2026-07-10T14:42:21.842" v="260"/>
          <ac:spMkLst>
            <pc:docMk/>
            <pc:sldMk cId="14151228" sldId="264"/>
            <ac:spMk id="95" creationId="{F7893C2A-7E10-712C-E133-9908CE2F56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76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9CD7-0CB1-3026-5EA2-1900DF5E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546D5-5FF3-3B48-5855-270FB5056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F404E-5EA5-DF3E-9235-DEEF3B607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1A6B5-0CAA-1A42-A7EB-63CAACC73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9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108960" y="-1371600"/>
            <a:ext cx="2743200" cy="2743200"/>
          </a:xfrm>
          <a:prstGeom prst="ellipse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14400" y="5212080"/>
            <a:ext cx="2194560" cy="2194560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123444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4028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0280" y="2468880"/>
            <a:ext cx="0" cy="201168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34440" y="3474720"/>
            <a:ext cx="2011680" cy="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23444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H="1">
            <a:off x="224028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068830" y="2160270"/>
            <a:ext cx="342900" cy="3429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931670" y="2480310"/>
            <a:ext cx="617220" cy="388620"/>
          </a:xfrm>
          <a:prstGeom prst="roundRect">
            <a:avLst>
              <a:gd name="adj" fmla="val 4117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9728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8755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10896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99923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096262" y="4199382"/>
            <a:ext cx="288036" cy="288036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981048" y="4468216"/>
            <a:ext cx="518465" cy="326441"/>
          </a:xfrm>
          <a:prstGeom prst="roundRect">
            <a:avLst>
              <a:gd name="adj" fmla="val 41176"/>
            </a:avLst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83480" y="20574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lnSpc>
                <a:spcPct val="102000"/>
              </a:lnSpc>
              <a:defRPr/>
            </a:pPr>
            <a:r>
              <a:rPr lang="en-US" sz="36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36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3600" dirty="0">
              <a:solidFill>
                <a:prstClr val="black"/>
              </a:solidFill>
            </a:endParaRPr>
          </a:p>
          <a:p>
            <a:pPr lvl="0">
              <a:lnSpc>
                <a:spcPct val="102000"/>
              </a:lnSpc>
              <a:defRPr/>
            </a:pP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3600" dirty="0">
              <a:solidFill>
                <a:prstClr val="black"/>
              </a:solidFill>
            </a:endParaRPr>
          </a:p>
          <a:p>
            <a:pPr indent="0">
              <a:lnSpc>
                <a:spcPct val="102000"/>
              </a:lnSpc>
              <a:buNone/>
              <a:defRPr/>
            </a:pP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</a:t>
            </a: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endParaRPr lang="en-US" sz="3600" b="1" dirty="0">
              <a:solidFill>
                <a:srgbClr val="E45D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0" y="3886200"/>
            <a:ext cx="1554480" cy="54864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83480" y="40690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aprovações, sistemas utilizados e pontos de decisão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6172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de R&amp;S</a:t>
            </a:r>
            <a:endParaRPr lang="en-US" sz="1000" dirty="0"/>
          </a:p>
        </p:txBody>
      </p:sp>
      <p:pic>
        <p:nvPicPr>
          <p:cNvPr id="29" name="Image 2" descr="/home/deborah-andrade846/PPT---RH/rh/aura_logo_trim.png">
            <a:extLst>
              <a:ext uri="{FF2B5EF4-FFF2-40B4-BE49-F238E27FC236}">
                <a16:creationId xmlns:a16="http://schemas.microsoft.com/office/drawing/2014/main" id="{CBD6640B-33BF-A40C-A740-EEC19D64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51892"/>
            <a:ext cx="1757680" cy="1028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42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Processo de Recrutamento 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Aura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91440" cy="82296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033272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de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Portal de Serviços (HUB RH)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 abertura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· Centro de custo ·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4360" y="2112264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0208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Quintas-feiras · permanência de 7 dias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Vagas · Aura Comunica (sexta)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91440" cy="73152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técnica dos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com os requisitos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candidatos aderentes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84048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386791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RH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comportamental · histórico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· alinhamento cultural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Pretensão salarial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05940" y="1828800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805940" y="2779776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805940" y="3675888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805940" y="4626864"/>
            <a:ext cx="0" cy="64008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097280" y="4686300"/>
            <a:ext cx="1417320" cy="777240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97280" y="46863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" y="487013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H="1">
            <a:off x="640080" y="5074920"/>
            <a:ext cx="452628" cy="0"/>
          </a:xfrm>
          <a:prstGeom prst="line">
            <a:avLst/>
          </a:prstGeom>
          <a:noFill/>
          <a:ln w="1905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1440" y="534924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1440" y="5349240"/>
            <a:ext cx="14173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e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5093208"/>
            <a:ext cx="155448" cy="256032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496312" y="487504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11880" y="1005840"/>
            <a:ext cx="1874520" cy="402336"/>
          </a:xfrm>
          <a:prstGeom prst="roundRect">
            <a:avLst>
              <a:gd name="adj" fmla="val 22727"/>
            </a:avLst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3611880" y="10058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Patrimonial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11880" y="14264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paralelo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11880" y="175564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611880" y="1755648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Forms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3611880" y="2340864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611880" y="2340864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pelo candidato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3611880" y="292608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611880" y="2926080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patrimonial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4549140" y="1645920"/>
            <a:ext cx="0" cy="10972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4549140" y="2176272"/>
            <a:ext cx="0" cy="164592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549140" y="2761488"/>
            <a:ext cx="0" cy="164592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549140" y="3346704"/>
            <a:ext cx="0" cy="15544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3840480" y="3511296"/>
            <a:ext cx="1417320" cy="749808"/>
          </a:xfrm>
          <a:prstGeom prst="diamond">
            <a:avLst/>
          </a:prstGeom>
          <a:solidFill>
            <a:srgbClr val="DCE7F7"/>
          </a:solidFill>
          <a:ln w="12700">
            <a:solidFill>
              <a:srgbClr val="2E6CC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3840480" y="351129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91940" y="422521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49140" y="4261104"/>
            <a:ext cx="0" cy="192024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3611880" y="445312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3611880" y="4453128"/>
            <a:ext cx="18745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19172" y="5074920"/>
            <a:ext cx="88239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 flipV="1">
            <a:off x="3401568" y="1207008"/>
            <a:ext cx="0" cy="3867912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3401568" y="1207008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5097780" y="36118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806441" y="1005839"/>
            <a:ext cx="2788912" cy="969265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5806439" y="1005840"/>
            <a:ext cx="123445" cy="96926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598932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598932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464808" y="1091565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Gestor</a:t>
            </a:r>
            <a:endParaRPr lang="en-US" sz="1150" dirty="0"/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técnico ·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800" dirty="0">
              <a:solidFill>
                <a:srgbClr val="6B74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· fit com a equipe</a:t>
            </a:r>
            <a:b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(Vagas para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superior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gestor da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66" name="Shape 64"/>
          <p:cNvSpPr/>
          <p:nvPr/>
        </p:nvSpPr>
        <p:spPr>
          <a:xfrm>
            <a:off x="5262372" y="3886200"/>
            <a:ext cx="33375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 flipV="1">
            <a:off x="5596128" y="1399032"/>
            <a:ext cx="0" cy="2487168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5596128" y="1399032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7200900" y="1986534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6423660" y="2164651"/>
            <a:ext cx="1554480" cy="74980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6423660" y="2098167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</a:t>
            </a: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009893" y="2290191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 flipH="1">
            <a:off x="5742432" y="2539555"/>
            <a:ext cx="681228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5742432" y="2539555"/>
            <a:ext cx="0" cy="3618547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5742432" y="6158103"/>
            <a:ext cx="310896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6053328" y="5902071"/>
            <a:ext cx="2542032" cy="512064"/>
          </a:xfrm>
          <a:prstGeom prst="roundRect">
            <a:avLst>
              <a:gd name="adj" fmla="val 17857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6053328" y="5902071"/>
            <a:ext cx="2542032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finalista  →  retorna à nova triagem ou nova publicação da vaga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132321" y="2825115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806440" y="3085719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5806440" y="3085719"/>
            <a:ext cx="9144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7780">
            <a:noFill/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5989320" y="3204591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5989320" y="32045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6464808" y="3113151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RH Custos  ·  Aprovação Gestor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oferta ao candidato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7200900" y="2944368"/>
            <a:ext cx="0" cy="141350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5" name="Shape 83"/>
          <p:cNvSpPr/>
          <p:nvPr/>
        </p:nvSpPr>
        <p:spPr>
          <a:xfrm>
            <a:off x="5806440" y="3963543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5806440" y="3963543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5989320" y="4082415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5989320" y="40824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6464808" y="3990975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&amp; Assinatura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por e-mail da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eletrônica via GOV.BR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candidato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7200900" y="3817239"/>
            <a:ext cx="0" cy="146304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5806440" y="4914519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5806440" y="4914519"/>
            <a:ext cx="91440" cy="82296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5989320" y="5033391"/>
            <a:ext cx="402336" cy="402336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5989320" y="50333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464808" y="4941951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Concluída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novo colaborador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à equipe e à empresa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7200900" y="4749927"/>
            <a:ext cx="0" cy="164592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5"/>
          <p:cNvSpPr/>
          <p:nvPr/>
        </p:nvSpPr>
        <p:spPr>
          <a:xfrm>
            <a:off x="8887968" y="1005840"/>
            <a:ext cx="30358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8" name="Shape 96"/>
          <p:cNvSpPr/>
          <p:nvPr/>
        </p:nvSpPr>
        <p:spPr>
          <a:xfrm>
            <a:off x="8887968" y="1005840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8887968" y="1207008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8933688" y="100584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UTILIZADOS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9015984" y="1444752"/>
            <a:ext cx="28163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Portal de Serviços (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Outlook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Pandapé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Forms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GOV.BR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Aura Comunica</a:t>
            </a:r>
            <a:endParaRPr lang="en-US" sz="840" dirty="0"/>
          </a:p>
        </p:txBody>
      </p:sp>
      <p:sp>
        <p:nvSpPr>
          <p:cNvPr id="103" name="Shape 101"/>
          <p:cNvSpPr/>
          <p:nvPr/>
        </p:nvSpPr>
        <p:spPr>
          <a:xfrm>
            <a:off x="8887968" y="2962656"/>
            <a:ext cx="303580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4" name="Shape 102"/>
          <p:cNvSpPr/>
          <p:nvPr/>
        </p:nvSpPr>
        <p:spPr>
          <a:xfrm>
            <a:off x="8887968" y="29626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Shape 103"/>
          <p:cNvSpPr/>
          <p:nvPr/>
        </p:nvSpPr>
        <p:spPr>
          <a:xfrm>
            <a:off x="8887968" y="3163824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8933688" y="29626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9015984" y="3401568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da Requisição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RH Custos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Aceite da Proposta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8887968" y="4791456"/>
            <a:ext cx="30358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8887968" y="47914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8887968" y="4992624"/>
            <a:ext cx="3035808" cy="18288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/>
          <p:cNvSpPr/>
          <p:nvPr/>
        </p:nvSpPr>
        <p:spPr>
          <a:xfrm>
            <a:off x="8933688" y="47914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9015984" y="5230368"/>
            <a:ext cx="281635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na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Restrição na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pelo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Recusa da Proposta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Reabertura da vaga</a:t>
            </a:r>
            <a:endParaRPr lang="en-US" sz="840" dirty="0"/>
          </a:p>
        </p:txBody>
      </p:sp>
      <p:sp>
        <p:nvSpPr>
          <p:cNvPr id="115" name="Text 113"/>
          <p:cNvSpPr/>
          <p:nvPr/>
        </p:nvSpPr>
        <p:spPr>
          <a:xfrm>
            <a:off x="41148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34416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162763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127248" y="6510528"/>
            <a:ext cx="237744" cy="20116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17"/>
          <p:cNvSpPr/>
          <p:nvPr/>
        </p:nvSpPr>
        <p:spPr>
          <a:xfrm>
            <a:off x="34107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491032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F4DA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1" name="Text 119"/>
          <p:cNvSpPr/>
          <p:nvPr/>
        </p:nvSpPr>
        <p:spPr>
          <a:xfrm>
            <a:off x="519379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78484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EAF5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70683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do Processo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1869640" y="576072"/>
            <a:ext cx="3657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— 8 etapas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493008"/>
            <a:ext cx="10469880" cy="54864"/>
          </a:xfrm>
          <a:prstGeom prst="rect">
            <a:avLst/>
          </a:prstGeom>
          <a:solidFill>
            <a:srgbClr val="D7DCE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V="1">
            <a:off x="868680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19456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19456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vaga pelo gestor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264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64377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715153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715153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770017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8345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08345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 flipV="1">
            <a:off x="3860074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210850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10850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65714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currículos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04042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04042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55771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06547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06547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761411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 gestor</a:t>
            </a:r>
            <a:b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99739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99739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 flipV="1">
            <a:off x="6851469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202245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202245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257109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validações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95437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95437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347166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7697942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7697942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752806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 negociação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1134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091134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 flipV="1">
            <a:off x="9842863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9193639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193639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248503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via GOV.BR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86831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586831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338560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0689336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10689336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0744200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 colaborador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1082528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108252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integração — um fluxo estruturado, auditável e orientado a decisões.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53507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353507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18099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1286195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principais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13054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313054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3477646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4245742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72601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6272601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6437193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205289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integrados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232148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9232148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9396740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164836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9E1D-459E-68C1-4B19-A775E9DC5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A4A742-8895-4470-13BB-C32637852AD4}"/>
              </a:ext>
            </a:extLst>
          </p:cNvPr>
          <p:cNvSpPr/>
          <p:nvPr/>
        </p:nvSpPr>
        <p:spPr>
          <a:xfrm>
            <a:off x="-2642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E99D88-9414-4C4B-EC42-CCFB5DD807A4}"/>
              </a:ext>
            </a:extLst>
          </p:cNvPr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C5117F-1465-A047-AAAA-34976C21FA31}"/>
              </a:ext>
            </a:extLst>
          </p:cNvPr>
          <p:cNvSpPr/>
          <p:nvPr/>
        </p:nvSpPr>
        <p:spPr>
          <a:xfrm>
            <a:off x="365760" y="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Onboarding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CD24A4-E75D-694D-8D52-BD220B972675}"/>
              </a:ext>
            </a:extLst>
          </p:cNvPr>
          <p:cNvSpPr/>
          <p:nvPr/>
        </p:nvSpPr>
        <p:spPr>
          <a:xfrm>
            <a:off x="411480" y="10058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E02D8EC-0C6D-2135-E40C-518E3E9F9B6C}"/>
              </a:ext>
            </a:extLst>
          </p:cNvPr>
          <p:cNvSpPr/>
          <p:nvPr/>
        </p:nvSpPr>
        <p:spPr>
          <a:xfrm>
            <a:off x="411480" y="1005840"/>
            <a:ext cx="91440" cy="82296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D7E7FF-84F6-CF24-6AC7-54BEAAD57A4D}"/>
              </a:ext>
            </a:extLst>
          </p:cNvPr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BBBBB6-D18E-B886-B1E6-1098F83BE971}"/>
              </a:ext>
            </a:extLst>
          </p:cNvPr>
          <p:cNvSpPr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03B4E0-7004-E29A-73EE-22B8848A977A}"/>
              </a:ext>
            </a:extLst>
          </p:cNvPr>
          <p:cNvSpPr/>
          <p:nvPr/>
        </p:nvSpPr>
        <p:spPr>
          <a:xfrm>
            <a:off x="1069848" y="1033272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</a:t>
            </a: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ASO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x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Ocupacional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2A81D04-8317-A054-9ADB-8877C33EE158}"/>
              </a:ext>
            </a:extLst>
          </p:cNvPr>
          <p:cNvSpPr/>
          <p:nvPr/>
        </p:nvSpPr>
        <p:spPr>
          <a:xfrm>
            <a:off x="411480" y="19933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D8B0139-E751-9E25-987F-A81A51CEEEE3}"/>
              </a:ext>
            </a:extLst>
          </p:cNvPr>
          <p:cNvSpPr/>
          <p:nvPr/>
        </p:nvSpPr>
        <p:spPr>
          <a:xfrm>
            <a:off x="411480" y="1993392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6E5D9E-42CD-E237-ED2D-A3812C1F0C5F}"/>
              </a:ext>
            </a:extLst>
          </p:cNvPr>
          <p:cNvSpPr/>
          <p:nvPr/>
        </p:nvSpPr>
        <p:spPr>
          <a:xfrm>
            <a:off x="594360" y="2112264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17B0D8-875F-05DC-133B-AA9E44FE175D}"/>
              </a:ext>
            </a:extLst>
          </p:cNvPr>
          <p:cNvSpPr/>
          <p:nvPr/>
        </p:nvSpPr>
        <p:spPr>
          <a:xfrm>
            <a:off x="5943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F80116-68C7-AD75-F40C-BA1F008AB257}"/>
              </a:ext>
            </a:extLst>
          </p:cNvPr>
          <p:cNvSpPr/>
          <p:nvPr/>
        </p:nvSpPr>
        <p:spPr>
          <a:xfrm>
            <a:off x="1069848" y="20208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</a:t>
            </a: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200" dirty="0"/>
          </a:p>
          <a:p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Controle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Admissões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pessoais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Book do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1E33EE4-AE15-C7A9-B900-F2EB4FD95A93}"/>
              </a:ext>
            </a:extLst>
          </p:cNvPr>
          <p:cNvSpPr/>
          <p:nvPr/>
        </p:nvSpPr>
        <p:spPr>
          <a:xfrm>
            <a:off x="41148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E6AEFA6-081C-9FE7-D8CC-664D6098EE23}"/>
              </a:ext>
            </a:extLst>
          </p:cNvPr>
          <p:cNvSpPr/>
          <p:nvPr/>
        </p:nvSpPr>
        <p:spPr>
          <a:xfrm>
            <a:off x="411480" y="2944368"/>
            <a:ext cx="91440" cy="73152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57A0BAA-6A4C-A2EF-3F55-3FC84D42887C}"/>
              </a:ext>
            </a:extLst>
          </p:cNvPr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4EF996E-6534-2521-A7EA-FEEE9C09AF81}"/>
              </a:ext>
            </a:extLst>
          </p:cNvPr>
          <p:cNvSpPr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429AC19-023F-EEB1-C145-06DE9F128004}"/>
              </a:ext>
            </a:extLst>
          </p:cNvPr>
          <p:cNvSpPr/>
          <p:nvPr/>
        </p:nvSpPr>
        <p:spPr>
          <a:xfrm>
            <a:off x="106984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Pré-</a:t>
            </a: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Admissional</a:t>
            </a:r>
            <a:endParaRPr lang="en-US" sz="1200" b="1" dirty="0">
              <a:solidFill>
                <a:srgbClr val="2234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ASO,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…).</a:t>
            </a:r>
            <a:endParaRPr lang="en-US" sz="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14C7EA0-F6D3-CBD7-DC5A-6A36EBE74DC2}"/>
              </a:ext>
            </a:extLst>
          </p:cNvPr>
          <p:cNvSpPr/>
          <p:nvPr/>
        </p:nvSpPr>
        <p:spPr>
          <a:xfrm>
            <a:off x="411480" y="384048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986CAE4-29C6-08C5-59EF-483EA882517D}"/>
              </a:ext>
            </a:extLst>
          </p:cNvPr>
          <p:cNvSpPr/>
          <p:nvPr/>
        </p:nvSpPr>
        <p:spPr>
          <a:xfrm>
            <a:off x="411480" y="3840480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1CFB80-9B55-5F29-4C79-96F0206AAE54}"/>
              </a:ext>
            </a:extLst>
          </p:cNvPr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307248F-5663-EB3B-0DA6-996B2A5CB1CE}"/>
              </a:ext>
            </a:extLst>
          </p:cNvPr>
          <p:cNvSpPr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0619CE8-96C3-7970-5343-692E44DC1A96}"/>
              </a:ext>
            </a:extLst>
          </p:cNvPr>
          <p:cNvSpPr/>
          <p:nvPr/>
        </p:nvSpPr>
        <p:spPr>
          <a:xfrm>
            <a:off x="1069848" y="386791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Linx (Sistema Folha)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 e ASO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CF52426-F3DC-ED20-C5AB-36A6FB9DB5F4}"/>
              </a:ext>
            </a:extLst>
          </p:cNvPr>
          <p:cNvSpPr/>
          <p:nvPr/>
        </p:nvSpPr>
        <p:spPr>
          <a:xfrm>
            <a:off x="1805940" y="1828800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984E97E-747D-5D9C-DCFC-B485695425B1}"/>
              </a:ext>
            </a:extLst>
          </p:cNvPr>
          <p:cNvSpPr/>
          <p:nvPr/>
        </p:nvSpPr>
        <p:spPr>
          <a:xfrm>
            <a:off x="1805940" y="2779776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910178D-9EBE-9069-5A66-54D08514428E}"/>
              </a:ext>
            </a:extLst>
          </p:cNvPr>
          <p:cNvSpPr/>
          <p:nvPr/>
        </p:nvSpPr>
        <p:spPr>
          <a:xfrm>
            <a:off x="1805940" y="3675888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A4CE281-F0CE-3FF3-6C78-7ADC55823E17}"/>
              </a:ext>
            </a:extLst>
          </p:cNvPr>
          <p:cNvSpPr/>
          <p:nvPr/>
        </p:nvSpPr>
        <p:spPr>
          <a:xfrm>
            <a:off x="1805940" y="4626864"/>
            <a:ext cx="0" cy="64008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E448EB9-7D48-4866-13B5-0D1033E12223}"/>
              </a:ext>
            </a:extLst>
          </p:cNvPr>
          <p:cNvSpPr/>
          <p:nvPr/>
        </p:nvSpPr>
        <p:spPr>
          <a:xfrm>
            <a:off x="1097280" y="4686300"/>
            <a:ext cx="1417320" cy="777240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7ABD116-42B9-EFB9-E324-51EC80A3252B}"/>
              </a:ext>
            </a:extLst>
          </p:cNvPr>
          <p:cNvSpPr/>
          <p:nvPr/>
        </p:nvSpPr>
        <p:spPr>
          <a:xfrm>
            <a:off x="1097280" y="46863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0847B66-3037-ECE5-85A0-AEEA61555EE2}"/>
              </a:ext>
            </a:extLst>
          </p:cNvPr>
          <p:cNvSpPr/>
          <p:nvPr/>
        </p:nvSpPr>
        <p:spPr>
          <a:xfrm>
            <a:off x="603504" y="487013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AAF1041-4D19-89B4-6D4D-8A52A05C1EE2}"/>
              </a:ext>
            </a:extLst>
          </p:cNvPr>
          <p:cNvSpPr/>
          <p:nvPr/>
        </p:nvSpPr>
        <p:spPr>
          <a:xfrm flipH="1">
            <a:off x="640080" y="5074920"/>
            <a:ext cx="452628" cy="0"/>
          </a:xfrm>
          <a:prstGeom prst="line">
            <a:avLst/>
          </a:prstGeom>
          <a:noFill/>
          <a:ln w="1905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BBECCB4-DCA2-91C0-5DBC-0D037281A152}"/>
              </a:ext>
            </a:extLst>
          </p:cNvPr>
          <p:cNvSpPr/>
          <p:nvPr/>
        </p:nvSpPr>
        <p:spPr>
          <a:xfrm>
            <a:off x="91440" y="534924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AD7A245-0B55-74A8-20D6-6E2F85FF52CD}"/>
              </a:ext>
            </a:extLst>
          </p:cNvPr>
          <p:cNvSpPr/>
          <p:nvPr/>
        </p:nvSpPr>
        <p:spPr>
          <a:xfrm>
            <a:off x="91440" y="5349240"/>
            <a:ext cx="14173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e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B0278A5-6D37-4D4D-205D-D8C8FA23FE89}"/>
              </a:ext>
            </a:extLst>
          </p:cNvPr>
          <p:cNvSpPr/>
          <p:nvPr/>
        </p:nvSpPr>
        <p:spPr>
          <a:xfrm>
            <a:off x="640080" y="5093208"/>
            <a:ext cx="155448" cy="256032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0716655-7B67-2387-D52F-282DE4AEEB21}"/>
              </a:ext>
            </a:extLst>
          </p:cNvPr>
          <p:cNvSpPr/>
          <p:nvPr/>
        </p:nvSpPr>
        <p:spPr>
          <a:xfrm>
            <a:off x="2496312" y="487504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114638F-D23E-37EA-E3DD-2B5308F94C3C}"/>
              </a:ext>
            </a:extLst>
          </p:cNvPr>
          <p:cNvSpPr/>
          <p:nvPr/>
        </p:nvSpPr>
        <p:spPr>
          <a:xfrm>
            <a:off x="3611880" y="1005840"/>
            <a:ext cx="1874520" cy="402336"/>
          </a:xfrm>
          <a:prstGeom prst="roundRect">
            <a:avLst>
              <a:gd name="adj" fmla="val 22727"/>
            </a:avLst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B8A8EA3-E8EC-A81E-E139-0CB369A92236}"/>
              </a:ext>
            </a:extLst>
          </p:cNvPr>
          <p:cNvSpPr/>
          <p:nvPr/>
        </p:nvSpPr>
        <p:spPr>
          <a:xfrm>
            <a:off x="3611880" y="10058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Patrimonial</a:t>
            </a:r>
            <a:endParaRPr lang="en-US" sz="10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5268B16-5BC1-A81D-82F6-57C58E01C525}"/>
              </a:ext>
            </a:extLst>
          </p:cNvPr>
          <p:cNvSpPr/>
          <p:nvPr/>
        </p:nvSpPr>
        <p:spPr>
          <a:xfrm>
            <a:off x="3611880" y="14264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paralelo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8BD991F-A48F-65C7-CD0A-CD7FC1E724CA}"/>
              </a:ext>
            </a:extLst>
          </p:cNvPr>
          <p:cNvSpPr/>
          <p:nvPr/>
        </p:nvSpPr>
        <p:spPr>
          <a:xfrm>
            <a:off x="3611880" y="175564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2876833-0610-DA64-42D3-484D6DD060FD}"/>
              </a:ext>
            </a:extLst>
          </p:cNvPr>
          <p:cNvSpPr/>
          <p:nvPr/>
        </p:nvSpPr>
        <p:spPr>
          <a:xfrm>
            <a:off x="3611880" y="1755648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Forms</a:t>
            </a:r>
            <a:endParaRPr lang="en-US" sz="87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80120D8-C783-D867-ECA7-0DE6DF301860}"/>
              </a:ext>
            </a:extLst>
          </p:cNvPr>
          <p:cNvSpPr/>
          <p:nvPr/>
        </p:nvSpPr>
        <p:spPr>
          <a:xfrm>
            <a:off x="3611880" y="2340864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1577E3E-953B-0254-4B9D-4E45F9BB00BE}"/>
              </a:ext>
            </a:extLst>
          </p:cNvPr>
          <p:cNvSpPr/>
          <p:nvPr/>
        </p:nvSpPr>
        <p:spPr>
          <a:xfrm>
            <a:off x="3611880" y="2340864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pelo candidato</a:t>
            </a:r>
            <a:endParaRPr lang="en-US" sz="87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988E8499-2371-97F5-22E9-74AC36ED1C60}"/>
              </a:ext>
            </a:extLst>
          </p:cNvPr>
          <p:cNvSpPr/>
          <p:nvPr/>
        </p:nvSpPr>
        <p:spPr>
          <a:xfrm>
            <a:off x="3611880" y="292608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C60DE1D-4D85-3A62-C16E-F0D93C29808A}"/>
              </a:ext>
            </a:extLst>
          </p:cNvPr>
          <p:cNvSpPr/>
          <p:nvPr/>
        </p:nvSpPr>
        <p:spPr>
          <a:xfrm>
            <a:off x="3611880" y="2926080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patrimonial</a:t>
            </a:r>
            <a:endParaRPr lang="en-US" sz="87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FCC1FE7-617B-F262-5E83-7A96D460867F}"/>
              </a:ext>
            </a:extLst>
          </p:cNvPr>
          <p:cNvSpPr/>
          <p:nvPr/>
        </p:nvSpPr>
        <p:spPr>
          <a:xfrm>
            <a:off x="4549140" y="1645920"/>
            <a:ext cx="0" cy="10972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25950EA-8D0A-C954-0B0A-4DC2EEC69A71}"/>
              </a:ext>
            </a:extLst>
          </p:cNvPr>
          <p:cNvSpPr/>
          <p:nvPr/>
        </p:nvSpPr>
        <p:spPr>
          <a:xfrm>
            <a:off x="4549140" y="2176272"/>
            <a:ext cx="0" cy="164592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0F8A968-E960-402A-5E1B-1E56A7C8F27F}"/>
              </a:ext>
            </a:extLst>
          </p:cNvPr>
          <p:cNvSpPr/>
          <p:nvPr/>
        </p:nvSpPr>
        <p:spPr>
          <a:xfrm>
            <a:off x="4549140" y="2761488"/>
            <a:ext cx="0" cy="164592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CF817C4-DB6C-F81C-1206-362A1BEF19B9}"/>
              </a:ext>
            </a:extLst>
          </p:cNvPr>
          <p:cNvSpPr/>
          <p:nvPr/>
        </p:nvSpPr>
        <p:spPr>
          <a:xfrm>
            <a:off x="4549140" y="3346704"/>
            <a:ext cx="0" cy="15544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6FAC3DB-F1C7-9D67-669D-391FE02CEF58}"/>
              </a:ext>
            </a:extLst>
          </p:cNvPr>
          <p:cNvSpPr/>
          <p:nvPr/>
        </p:nvSpPr>
        <p:spPr>
          <a:xfrm>
            <a:off x="3840480" y="3511296"/>
            <a:ext cx="1417320" cy="749808"/>
          </a:xfrm>
          <a:prstGeom prst="diamond">
            <a:avLst/>
          </a:prstGeom>
          <a:solidFill>
            <a:srgbClr val="DCE7F7"/>
          </a:solidFill>
          <a:ln w="12700">
            <a:solidFill>
              <a:srgbClr val="2E6CC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B092E94-404E-F007-6500-54BDC28AF724}"/>
              </a:ext>
            </a:extLst>
          </p:cNvPr>
          <p:cNvSpPr/>
          <p:nvPr/>
        </p:nvSpPr>
        <p:spPr>
          <a:xfrm>
            <a:off x="3840480" y="351129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D25CA1B-5CD6-41A2-1537-D1D1D3DD5814}"/>
              </a:ext>
            </a:extLst>
          </p:cNvPr>
          <p:cNvSpPr/>
          <p:nvPr/>
        </p:nvSpPr>
        <p:spPr>
          <a:xfrm>
            <a:off x="4091940" y="422521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27C3B659-D193-0AF6-BCDB-17163F120B37}"/>
              </a:ext>
            </a:extLst>
          </p:cNvPr>
          <p:cNvSpPr/>
          <p:nvPr/>
        </p:nvSpPr>
        <p:spPr>
          <a:xfrm>
            <a:off x="4549140" y="4261104"/>
            <a:ext cx="0" cy="192024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44D72A2-ADB4-7E48-7534-D05B1B0656D8}"/>
              </a:ext>
            </a:extLst>
          </p:cNvPr>
          <p:cNvSpPr/>
          <p:nvPr/>
        </p:nvSpPr>
        <p:spPr>
          <a:xfrm>
            <a:off x="3611880" y="4453128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63795E2-A1A1-ADEE-6934-188451AFC0DF}"/>
              </a:ext>
            </a:extLst>
          </p:cNvPr>
          <p:cNvSpPr/>
          <p:nvPr/>
        </p:nvSpPr>
        <p:spPr>
          <a:xfrm>
            <a:off x="3611880" y="4453128"/>
            <a:ext cx="18745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8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325DFC5C-CA7A-AED5-43B6-3B2B8AA79C14}"/>
              </a:ext>
            </a:extLst>
          </p:cNvPr>
          <p:cNvSpPr/>
          <p:nvPr/>
        </p:nvSpPr>
        <p:spPr>
          <a:xfrm>
            <a:off x="2519172" y="5074920"/>
            <a:ext cx="88239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E6B2A21-F2C4-6520-B8EE-BE8DD0104BD7}"/>
              </a:ext>
            </a:extLst>
          </p:cNvPr>
          <p:cNvSpPr/>
          <p:nvPr/>
        </p:nvSpPr>
        <p:spPr>
          <a:xfrm flipV="1">
            <a:off x="3401568" y="1207008"/>
            <a:ext cx="0" cy="3867912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7CFCE1F6-6B7A-26D8-3320-4875A312CF46}"/>
              </a:ext>
            </a:extLst>
          </p:cNvPr>
          <p:cNvSpPr/>
          <p:nvPr/>
        </p:nvSpPr>
        <p:spPr>
          <a:xfrm>
            <a:off x="3401568" y="1207008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9922CEAC-1FC5-FD5E-1976-7AF56782BC2A}"/>
              </a:ext>
            </a:extLst>
          </p:cNvPr>
          <p:cNvSpPr/>
          <p:nvPr/>
        </p:nvSpPr>
        <p:spPr>
          <a:xfrm>
            <a:off x="5097780" y="36118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3C84F8EA-3B3E-0933-AF20-61FA07C8C265}"/>
              </a:ext>
            </a:extLst>
          </p:cNvPr>
          <p:cNvSpPr/>
          <p:nvPr/>
        </p:nvSpPr>
        <p:spPr>
          <a:xfrm>
            <a:off x="5806441" y="1005839"/>
            <a:ext cx="2788912" cy="969265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6B435F64-E8B6-DFA9-DC39-FAF597513F3B}"/>
              </a:ext>
            </a:extLst>
          </p:cNvPr>
          <p:cNvSpPr/>
          <p:nvPr/>
        </p:nvSpPr>
        <p:spPr>
          <a:xfrm>
            <a:off x="5806439" y="1005840"/>
            <a:ext cx="123445" cy="96926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4B521A02-1742-290E-C596-A149BB6910FE}"/>
              </a:ext>
            </a:extLst>
          </p:cNvPr>
          <p:cNvSpPr/>
          <p:nvPr/>
        </p:nvSpPr>
        <p:spPr>
          <a:xfrm>
            <a:off x="598932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A8C6CD4-C2B2-1EF5-A5B9-D76274330048}"/>
              </a:ext>
            </a:extLst>
          </p:cNvPr>
          <p:cNvSpPr/>
          <p:nvPr/>
        </p:nvSpPr>
        <p:spPr>
          <a:xfrm>
            <a:off x="598932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3140CDF7-01FB-D7A9-08DA-16EEE8791EA8}"/>
              </a:ext>
            </a:extLst>
          </p:cNvPr>
          <p:cNvSpPr/>
          <p:nvPr/>
        </p:nvSpPr>
        <p:spPr>
          <a:xfrm>
            <a:off x="6466333" y="1124236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>
              <a:spcAft>
                <a:spcPts val="200"/>
              </a:spcAft>
            </a:pP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Pré-</a:t>
            </a: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lang="en-US" sz="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Envio</a:t>
            </a: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Guia de Boas Vindas (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com Guia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local 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ônibus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NR-22 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orientações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</a:t>
            </a:r>
            <a:endParaRPr lang="en-US" sz="800" dirty="0">
              <a:latin typeface="Calibri" charset="0"/>
              <a:ea typeface="Calibri" charset="0"/>
              <a:cs typeface="Calibri" charset="0"/>
            </a:endParaRPr>
          </a:p>
          <a:p>
            <a:pPr>
              <a:spcAft>
                <a:spcPts val="200"/>
              </a:spcAft>
            </a:pPr>
            <a:endParaRPr lang="en-US" sz="8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3E0A12CF-1284-327D-CF7E-6DE4946E6FC3}"/>
              </a:ext>
            </a:extLst>
          </p:cNvPr>
          <p:cNvSpPr/>
          <p:nvPr/>
        </p:nvSpPr>
        <p:spPr>
          <a:xfrm>
            <a:off x="5262372" y="3886200"/>
            <a:ext cx="33375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3C8FA791-A04E-DC35-CBAA-B6054DC3B898}"/>
              </a:ext>
            </a:extLst>
          </p:cNvPr>
          <p:cNvSpPr/>
          <p:nvPr/>
        </p:nvSpPr>
        <p:spPr>
          <a:xfrm flipV="1">
            <a:off x="5596128" y="1399032"/>
            <a:ext cx="0" cy="2487168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A187545A-1884-7192-45ED-8B5A6744B4F8}"/>
              </a:ext>
            </a:extLst>
          </p:cNvPr>
          <p:cNvSpPr/>
          <p:nvPr/>
        </p:nvSpPr>
        <p:spPr>
          <a:xfrm>
            <a:off x="5596128" y="1399032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91E75AE-0663-E0C9-A50C-882E188DA384}"/>
              </a:ext>
            </a:extLst>
          </p:cNvPr>
          <p:cNvSpPr/>
          <p:nvPr/>
        </p:nvSpPr>
        <p:spPr>
          <a:xfrm>
            <a:off x="7200900" y="1986534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A95E7B40-CA45-4494-0716-B26E90D7831D}"/>
              </a:ext>
            </a:extLst>
          </p:cNvPr>
          <p:cNvSpPr/>
          <p:nvPr/>
        </p:nvSpPr>
        <p:spPr>
          <a:xfrm>
            <a:off x="6423660" y="2164651"/>
            <a:ext cx="1554480" cy="74980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D9B3648-F24E-6509-CB3C-7DCAC7FC2F3C}"/>
              </a:ext>
            </a:extLst>
          </p:cNvPr>
          <p:cNvSpPr/>
          <p:nvPr/>
        </p:nvSpPr>
        <p:spPr>
          <a:xfrm>
            <a:off x="6423660" y="2098167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</a:t>
            </a: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25E5EEF-3325-946C-6D1E-B897B28E46C1}"/>
              </a:ext>
            </a:extLst>
          </p:cNvPr>
          <p:cNvSpPr/>
          <p:nvPr/>
        </p:nvSpPr>
        <p:spPr>
          <a:xfrm>
            <a:off x="6009893" y="2290191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825677D2-3725-0B39-0543-6DC1B2EDDBDE}"/>
              </a:ext>
            </a:extLst>
          </p:cNvPr>
          <p:cNvSpPr/>
          <p:nvPr/>
        </p:nvSpPr>
        <p:spPr>
          <a:xfrm flipH="1">
            <a:off x="5742432" y="2539555"/>
            <a:ext cx="681228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AB99AAF0-6C2F-0AF3-0EFF-131CC0B5E80E}"/>
              </a:ext>
            </a:extLst>
          </p:cNvPr>
          <p:cNvSpPr/>
          <p:nvPr/>
        </p:nvSpPr>
        <p:spPr>
          <a:xfrm>
            <a:off x="5742432" y="2539555"/>
            <a:ext cx="0" cy="3618547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E82F76BD-00EA-0856-C260-ED1FED62753D}"/>
              </a:ext>
            </a:extLst>
          </p:cNvPr>
          <p:cNvSpPr/>
          <p:nvPr/>
        </p:nvSpPr>
        <p:spPr>
          <a:xfrm>
            <a:off x="5742432" y="6158103"/>
            <a:ext cx="310896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976A9D97-CCCA-C4BF-739E-D5C4178F487D}"/>
              </a:ext>
            </a:extLst>
          </p:cNvPr>
          <p:cNvSpPr/>
          <p:nvPr/>
        </p:nvSpPr>
        <p:spPr>
          <a:xfrm>
            <a:off x="6053328" y="5902071"/>
            <a:ext cx="2542032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finalista  →  retorna à nova triagem ou nova publicação da vaga</a:t>
            </a:r>
            <a:endParaRPr lang="en-US" sz="80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1A4177C7-E468-7EB5-0FA2-74CF22DCC836}"/>
              </a:ext>
            </a:extLst>
          </p:cNvPr>
          <p:cNvSpPr/>
          <p:nvPr/>
        </p:nvSpPr>
        <p:spPr>
          <a:xfrm>
            <a:off x="7132321" y="2825115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5BCA50E8-F91E-047E-ED19-0C397A0ED52C}"/>
              </a:ext>
            </a:extLst>
          </p:cNvPr>
          <p:cNvSpPr/>
          <p:nvPr/>
        </p:nvSpPr>
        <p:spPr>
          <a:xfrm>
            <a:off x="5806440" y="3085719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FEFFF1A1-1882-1317-8524-89D67E48EBBF}"/>
              </a:ext>
            </a:extLst>
          </p:cNvPr>
          <p:cNvSpPr/>
          <p:nvPr/>
        </p:nvSpPr>
        <p:spPr>
          <a:xfrm>
            <a:off x="5806440" y="3085719"/>
            <a:ext cx="9144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7780">
            <a:noFill/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C44C4E42-BA3C-6D32-41D5-4FD9F74AC28B}"/>
              </a:ext>
            </a:extLst>
          </p:cNvPr>
          <p:cNvSpPr/>
          <p:nvPr/>
        </p:nvSpPr>
        <p:spPr>
          <a:xfrm>
            <a:off x="5989320" y="3204591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2A946647-0101-D931-E450-1ACD5ED43074}"/>
              </a:ext>
            </a:extLst>
          </p:cNvPr>
          <p:cNvSpPr/>
          <p:nvPr/>
        </p:nvSpPr>
        <p:spPr>
          <a:xfrm>
            <a:off x="5989320" y="32045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69570263-F26F-03C6-1DEE-1B3CFCFFBA07}"/>
              </a:ext>
            </a:extLst>
          </p:cNvPr>
          <p:cNvSpPr/>
          <p:nvPr/>
        </p:nvSpPr>
        <p:spPr>
          <a:xfrm>
            <a:off x="6464808" y="3113151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150" dirty="0"/>
          </a:p>
          <a:p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RH: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adiantamento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salarial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NR22</a:t>
            </a:r>
            <a:endParaRPr lang="en-US" sz="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7C002DC3-3E07-5AE0-6146-582CA981C260}"/>
              </a:ext>
            </a:extLst>
          </p:cNvPr>
          <p:cNvSpPr/>
          <p:nvPr/>
        </p:nvSpPr>
        <p:spPr>
          <a:xfrm>
            <a:off x="7200900" y="2944368"/>
            <a:ext cx="0" cy="141350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9B05F781-9D65-B0FF-8A27-7474E77A4750}"/>
              </a:ext>
            </a:extLst>
          </p:cNvPr>
          <p:cNvSpPr/>
          <p:nvPr/>
        </p:nvSpPr>
        <p:spPr>
          <a:xfrm>
            <a:off x="5806440" y="3963543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DEC6A1B0-0506-7EB7-3BCF-5546BD19805E}"/>
              </a:ext>
            </a:extLst>
          </p:cNvPr>
          <p:cNvSpPr/>
          <p:nvPr/>
        </p:nvSpPr>
        <p:spPr>
          <a:xfrm>
            <a:off x="5806440" y="3963543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8C32A819-A833-30DA-C48D-CD4806742EEB}"/>
              </a:ext>
            </a:extLst>
          </p:cNvPr>
          <p:cNvSpPr/>
          <p:nvPr/>
        </p:nvSpPr>
        <p:spPr>
          <a:xfrm>
            <a:off x="5989320" y="4082415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D46DC030-6546-E560-8B60-293C8B1ED5DD}"/>
              </a:ext>
            </a:extLst>
          </p:cNvPr>
          <p:cNvSpPr/>
          <p:nvPr/>
        </p:nvSpPr>
        <p:spPr>
          <a:xfrm>
            <a:off x="5989320" y="40824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C94F93EA-EEB0-0147-65E9-6106B2980D61}"/>
              </a:ext>
            </a:extLst>
          </p:cNvPr>
          <p:cNvSpPr/>
          <p:nvPr/>
        </p:nvSpPr>
        <p:spPr>
          <a:xfrm>
            <a:off x="6464808" y="3990975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Padrinho</a:t>
            </a: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Jornada de </a:t>
            </a: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Padrinho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Jornada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feedbacks 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5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82225C99-9748-3E1D-62E6-32D0E98C6892}"/>
              </a:ext>
            </a:extLst>
          </p:cNvPr>
          <p:cNvSpPr/>
          <p:nvPr/>
        </p:nvSpPr>
        <p:spPr>
          <a:xfrm>
            <a:off x="7200900" y="3817239"/>
            <a:ext cx="0" cy="146304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594B15F9-61BD-3A68-6A70-3FE51CF2FECC}"/>
              </a:ext>
            </a:extLst>
          </p:cNvPr>
          <p:cNvSpPr/>
          <p:nvPr/>
        </p:nvSpPr>
        <p:spPr>
          <a:xfrm>
            <a:off x="5806440" y="4914519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DC55AA4C-D7D3-D1B9-2523-7ED4C0A202D2}"/>
              </a:ext>
            </a:extLst>
          </p:cNvPr>
          <p:cNvSpPr/>
          <p:nvPr/>
        </p:nvSpPr>
        <p:spPr>
          <a:xfrm>
            <a:off x="5806440" y="4914519"/>
            <a:ext cx="91440" cy="82296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E789914B-92F6-3637-6DE0-C2C924BA0642}"/>
              </a:ext>
            </a:extLst>
          </p:cNvPr>
          <p:cNvSpPr/>
          <p:nvPr/>
        </p:nvSpPr>
        <p:spPr>
          <a:xfrm>
            <a:off x="5989320" y="5033391"/>
            <a:ext cx="402336" cy="402336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8A283FA0-D7DD-D8E7-A86A-2DA6D8FB2579}"/>
              </a:ext>
            </a:extLst>
          </p:cNvPr>
          <p:cNvSpPr/>
          <p:nvPr/>
        </p:nvSpPr>
        <p:spPr>
          <a:xfrm>
            <a:off x="5989320" y="50333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F7893C2A-7E10-712C-E133-9908CE2F5696}"/>
              </a:ext>
            </a:extLst>
          </p:cNvPr>
          <p:cNvSpPr/>
          <p:nvPr/>
        </p:nvSpPr>
        <p:spPr>
          <a:xfrm>
            <a:off x="6464808" y="4941951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>
              <a:spcAft>
                <a:spcPts val="200"/>
              </a:spcAft>
            </a:pPr>
            <a:r>
              <a:rPr lang="en-US" sz="12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r>
              <a:rPr lang="en-US" sz="12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Onboarding</a:t>
            </a:r>
            <a:endParaRPr lang="en-US" sz="1200" dirty="0"/>
          </a:p>
          <a:p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Padrinho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dos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gestor e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r>
              <a:rPr lang="en-US" sz="80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jornada.</a:t>
            </a:r>
            <a:endParaRPr lang="en-US" sz="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98C50C97-A1B1-CCE1-7893-C780A31E19AC}"/>
              </a:ext>
            </a:extLst>
          </p:cNvPr>
          <p:cNvSpPr/>
          <p:nvPr/>
        </p:nvSpPr>
        <p:spPr>
          <a:xfrm>
            <a:off x="7200900" y="4749927"/>
            <a:ext cx="0" cy="164592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1D87209D-790E-5FAD-25B7-654F73F2E270}"/>
              </a:ext>
            </a:extLst>
          </p:cNvPr>
          <p:cNvSpPr/>
          <p:nvPr/>
        </p:nvSpPr>
        <p:spPr>
          <a:xfrm>
            <a:off x="8887968" y="1005840"/>
            <a:ext cx="30358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9812DE11-6D0A-8F8E-70CD-1198B8CA0944}"/>
              </a:ext>
            </a:extLst>
          </p:cNvPr>
          <p:cNvSpPr/>
          <p:nvPr/>
        </p:nvSpPr>
        <p:spPr>
          <a:xfrm>
            <a:off x="8887968" y="1005840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BEA17026-2E78-B95D-D5E7-CB1C12C122FA}"/>
              </a:ext>
            </a:extLst>
          </p:cNvPr>
          <p:cNvSpPr/>
          <p:nvPr/>
        </p:nvSpPr>
        <p:spPr>
          <a:xfrm>
            <a:off x="8887968" y="1207008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A929B28F-62A9-C4DF-1B3C-B51EE55F617C}"/>
              </a:ext>
            </a:extLst>
          </p:cNvPr>
          <p:cNvSpPr/>
          <p:nvPr/>
        </p:nvSpPr>
        <p:spPr>
          <a:xfrm>
            <a:off x="8933688" y="100584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UTILIZADOS</a:t>
            </a:r>
            <a:endParaRPr lang="en-US" sz="105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38874357-8F8C-0AD3-AC19-D8DAB9183530}"/>
              </a:ext>
            </a:extLst>
          </p:cNvPr>
          <p:cNvSpPr/>
          <p:nvPr/>
        </p:nvSpPr>
        <p:spPr>
          <a:xfrm>
            <a:off x="9015984" y="1444752"/>
            <a:ext cx="28163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Portal de Serviços (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Outlook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Pandapé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Forms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GOV.BR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Aura Comunica</a:t>
            </a:r>
            <a:endParaRPr lang="en-US" sz="840" dirty="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87FB8953-7215-0565-DD8B-DBF869D8E25B}"/>
              </a:ext>
            </a:extLst>
          </p:cNvPr>
          <p:cNvSpPr/>
          <p:nvPr/>
        </p:nvSpPr>
        <p:spPr>
          <a:xfrm>
            <a:off x="8887968" y="2962656"/>
            <a:ext cx="303580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33F35C77-38DA-8368-BBC8-18060D8A4083}"/>
              </a:ext>
            </a:extLst>
          </p:cNvPr>
          <p:cNvSpPr/>
          <p:nvPr/>
        </p:nvSpPr>
        <p:spPr>
          <a:xfrm>
            <a:off x="8887968" y="29626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61F21B1D-D1A2-E8D1-F336-F39C06B710FC}"/>
              </a:ext>
            </a:extLst>
          </p:cNvPr>
          <p:cNvSpPr/>
          <p:nvPr/>
        </p:nvSpPr>
        <p:spPr>
          <a:xfrm>
            <a:off x="8887968" y="3163824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16D52CBC-BAAE-A6B2-103D-1BBEFCD4654F}"/>
              </a:ext>
            </a:extLst>
          </p:cNvPr>
          <p:cNvSpPr/>
          <p:nvPr/>
        </p:nvSpPr>
        <p:spPr>
          <a:xfrm>
            <a:off x="8933688" y="29626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050" dirty="0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48ADE01D-A7D9-1781-EC26-C1B2BCAFD3E3}"/>
              </a:ext>
            </a:extLst>
          </p:cNvPr>
          <p:cNvSpPr/>
          <p:nvPr/>
        </p:nvSpPr>
        <p:spPr>
          <a:xfrm>
            <a:off x="9015984" y="3401568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da Requisição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RH Custos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Aceite da Proposta</a:t>
            </a:r>
            <a:endParaRPr lang="en-US" sz="840" dirty="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52D54107-F3AB-623A-7A48-630926CA359B}"/>
              </a:ext>
            </a:extLst>
          </p:cNvPr>
          <p:cNvSpPr/>
          <p:nvPr/>
        </p:nvSpPr>
        <p:spPr>
          <a:xfrm>
            <a:off x="8887968" y="4791456"/>
            <a:ext cx="30358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7C7A65AF-EE1C-08DE-E0C5-6AF0E89F6274}"/>
              </a:ext>
            </a:extLst>
          </p:cNvPr>
          <p:cNvSpPr/>
          <p:nvPr/>
        </p:nvSpPr>
        <p:spPr>
          <a:xfrm>
            <a:off x="8887968" y="47914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6BF6F637-992E-BCC7-EA16-2D6B093338C1}"/>
              </a:ext>
            </a:extLst>
          </p:cNvPr>
          <p:cNvSpPr/>
          <p:nvPr/>
        </p:nvSpPr>
        <p:spPr>
          <a:xfrm>
            <a:off x="8887968" y="4992624"/>
            <a:ext cx="3035808" cy="18288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233A83B4-ED16-E2F3-7D1A-DFFB796ADE95}"/>
              </a:ext>
            </a:extLst>
          </p:cNvPr>
          <p:cNvSpPr/>
          <p:nvPr/>
        </p:nvSpPr>
        <p:spPr>
          <a:xfrm>
            <a:off x="8933688" y="47914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050" dirty="0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FAC17524-F6A5-286E-FCD4-4FB89F940D8E}"/>
              </a:ext>
            </a:extLst>
          </p:cNvPr>
          <p:cNvSpPr/>
          <p:nvPr/>
        </p:nvSpPr>
        <p:spPr>
          <a:xfrm>
            <a:off x="9015984" y="5230368"/>
            <a:ext cx="281635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na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Restrição na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pelo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Recusa da Proposta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Reabertura da vaga</a:t>
            </a:r>
            <a:endParaRPr lang="en-US" sz="840" dirty="0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ED61E50F-39E7-0824-4ED2-183374C84C5B}"/>
              </a:ext>
            </a:extLst>
          </p:cNvPr>
          <p:cNvSpPr/>
          <p:nvPr/>
        </p:nvSpPr>
        <p:spPr>
          <a:xfrm>
            <a:off x="41148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B0816C02-A818-C57A-550C-C3B159331323}"/>
              </a:ext>
            </a:extLst>
          </p:cNvPr>
          <p:cNvSpPr/>
          <p:nvPr/>
        </p:nvSpPr>
        <p:spPr>
          <a:xfrm>
            <a:off x="134416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>
            <a:extLst>
              <a:ext uri="{FF2B5EF4-FFF2-40B4-BE49-F238E27FC236}">
                <a16:creationId xmlns:a16="http://schemas.microsoft.com/office/drawing/2014/main" id="{D2151B4B-AF33-CCD1-27D0-5B5F77B27595}"/>
              </a:ext>
            </a:extLst>
          </p:cNvPr>
          <p:cNvSpPr/>
          <p:nvPr/>
        </p:nvSpPr>
        <p:spPr>
          <a:xfrm>
            <a:off x="162763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26495F13-3755-0A35-2908-D7DDD7DE30D2}"/>
              </a:ext>
            </a:extLst>
          </p:cNvPr>
          <p:cNvSpPr/>
          <p:nvPr/>
        </p:nvSpPr>
        <p:spPr>
          <a:xfrm>
            <a:off x="3127248" y="6510528"/>
            <a:ext cx="237744" cy="20116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17">
            <a:extLst>
              <a:ext uri="{FF2B5EF4-FFF2-40B4-BE49-F238E27FC236}">
                <a16:creationId xmlns:a16="http://schemas.microsoft.com/office/drawing/2014/main" id="{2671189F-E613-EEE3-0B7B-E61AD1D449B7}"/>
              </a:ext>
            </a:extLst>
          </p:cNvPr>
          <p:cNvSpPr/>
          <p:nvPr/>
        </p:nvSpPr>
        <p:spPr>
          <a:xfrm>
            <a:off x="34107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00" dirty="0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A9DC2DEA-CB10-C126-38AE-48263F81D04A}"/>
              </a:ext>
            </a:extLst>
          </p:cNvPr>
          <p:cNvSpPr/>
          <p:nvPr/>
        </p:nvSpPr>
        <p:spPr>
          <a:xfrm>
            <a:off x="491032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F4DA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1" name="Text 119">
            <a:extLst>
              <a:ext uri="{FF2B5EF4-FFF2-40B4-BE49-F238E27FC236}">
                <a16:creationId xmlns:a16="http://schemas.microsoft.com/office/drawing/2014/main" id="{1F0E1252-FA19-F9C0-4D19-14774AE750F5}"/>
              </a:ext>
            </a:extLst>
          </p:cNvPr>
          <p:cNvSpPr/>
          <p:nvPr/>
        </p:nvSpPr>
        <p:spPr>
          <a:xfrm>
            <a:off x="519379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800" dirty="0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3DA706A1-91C6-2526-D022-02FEF0E373CD}"/>
              </a:ext>
            </a:extLst>
          </p:cNvPr>
          <p:cNvSpPr/>
          <p:nvPr/>
        </p:nvSpPr>
        <p:spPr>
          <a:xfrm>
            <a:off x="678484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EAF5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>
            <a:extLst>
              <a:ext uri="{FF2B5EF4-FFF2-40B4-BE49-F238E27FC236}">
                <a16:creationId xmlns:a16="http://schemas.microsoft.com/office/drawing/2014/main" id="{12C0853E-02C9-2A7E-56E1-94F242027563}"/>
              </a:ext>
            </a:extLst>
          </p:cNvPr>
          <p:cNvSpPr/>
          <p:nvPr/>
        </p:nvSpPr>
        <p:spPr>
          <a:xfrm>
            <a:off x="70683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15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Onboarding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71434" y="256032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das 10 etapas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96012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94360" y="106984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9436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10058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candidato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Pandapé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9848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Processo admissional iniciado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" y="20208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11480" y="202082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94360" y="21305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943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848" y="20665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do ASO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Saúde Ocupacional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9848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Exame admissional agendado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11480" y="308152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11480" y="308152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94360" y="319125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9436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9848" y="31272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organização da documentação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69848" y="3694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Documentação conferida e arquivada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1480" y="41422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11480" y="414223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94360" y="425196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9436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69848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Pré-Admissional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69848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apto para a integração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520293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11480" y="5202936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594360" y="53126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9436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69848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no Linx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Linx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69848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Admissão registrada no sistema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400800" y="9601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6400800" y="96012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6583680" y="106984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658368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059168" y="10058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Contratual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DocuSign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059168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Contrato formalizado e assinado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400800" y="20208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6400800" y="202082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6583680" y="21305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658368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059168" y="20665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Pré-Integração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sexta anterior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059168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preparado para o 1º dia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00800" y="308152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Shape 47"/>
          <p:cNvSpPr/>
          <p:nvPr/>
        </p:nvSpPr>
        <p:spPr>
          <a:xfrm>
            <a:off x="6400800" y="308152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8"/>
          <p:cNvSpPr/>
          <p:nvPr/>
        </p:nvSpPr>
        <p:spPr>
          <a:xfrm>
            <a:off x="6583680" y="319125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49"/>
          <p:cNvSpPr/>
          <p:nvPr/>
        </p:nvSpPr>
        <p:spPr>
          <a:xfrm>
            <a:off x="658368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059168" y="31272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dia de Integração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7059168" y="3694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Integração administrativa concluída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400800" y="41422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Shape 53"/>
          <p:cNvSpPr/>
          <p:nvPr/>
        </p:nvSpPr>
        <p:spPr>
          <a:xfrm>
            <a:off x="6400800" y="414223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4"/>
          <p:cNvSpPr/>
          <p:nvPr/>
        </p:nvSpPr>
        <p:spPr>
          <a:xfrm>
            <a:off x="6583680" y="425196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Text 55"/>
          <p:cNvSpPr/>
          <p:nvPr/>
        </p:nvSpPr>
        <p:spPr>
          <a:xfrm>
            <a:off x="658368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059168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Padrinho &amp; Jornada de Experiência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45 dias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059168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Acompanhamento estruturado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400800" y="520293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59"/>
          <p:cNvSpPr/>
          <p:nvPr/>
        </p:nvSpPr>
        <p:spPr>
          <a:xfrm>
            <a:off x="6400800" y="5202936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0"/>
          <p:cNvSpPr/>
          <p:nvPr/>
        </p:nvSpPr>
        <p:spPr>
          <a:xfrm>
            <a:off x="6583680" y="53126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1"/>
          <p:cNvSpPr/>
          <p:nvPr/>
        </p:nvSpPr>
        <p:spPr>
          <a:xfrm>
            <a:off x="658368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059168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do Onboarding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Gestor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7059168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integrado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3086100" y="189280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5"/>
          <p:cNvSpPr/>
          <p:nvPr/>
        </p:nvSpPr>
        <p:spPr>
          <a:xfrm>
            <a:off x="9075420" y="189280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6"/>
          <p:cNvSpPr/>
          <p:nvPr/>
        </p:nvSpPr>
        <p:spPr>
          <a:xfrm>
            <a:off x="3086100" y="295351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7"/>
          <p:cNvSpPr/>
          <p:nvPr/>
        </p:nvSpPr>
        <p:spPr>
          <a:xfrm>
            <a:off x="9075420" y="295351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8"/>
          <p:cNvSpPr/>
          <p:nvPr/>
        </p:nvSpPr>
        <p:spPr>
          <a:xfrm>
            <a:off x="3086100" y="401421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9"/>
          <p:cNvSpPr/>
          <p:nvPr/>
        </p:nvSpPr>
        <p:spPr>
          <a:xfrm>
            <a:off x="9075420" y="401421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0"/>
          <p:cNvSpPr/>
          <p:nvPr/>
        </p:nvSpPr>
        <p:spPr>
          <a:xfrm>
            <a:off x="3086100" y="5074920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1"/>
          <p:cNvSpPr/>
          <p:nvPr/>
        </p:nvSpPr>
        <p:spPr>
          <a:xfrm>
            <a:off x="9075420" y="5074920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1 a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3133" y="259828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admissão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Aprovação do candidato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Pandapé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Movimentação do candidato para a etapa Contratação; envio automático do link para submissão da documentação obrigatória.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admissional iniciado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Agendamento do 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Saúde Ocupacional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Encaminhamento dos dados do candidato: nome, cargo, centro de custo e telefone.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admissional agendado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Recebimento e organização da documentação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Inclusão na Planilha de Controle de Admissões; recebimento e conferência dos documentos pessoais; organização do Book do Colaborador.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conferida e arquivada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Checklist Pré-Admissional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(documentação, ASO, Linx, DocuSign,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crachá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ponto, benefícios, NR-22,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…).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apto para a integração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Cadastro no Linx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Linx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Pré-requisitos: documentação completa e ASO apto.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Admissão registrada no sistema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6 a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9782" y="263623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acompanhamento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Assinatura Contratual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DocuSign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Documentos: Contrato de Trabalho e Ficha de Registro.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formalizado e assinado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Comunicação Pré-Integração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sexta anterior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com Guia de Integração, local e horário, rota do ônibus, informações da NR-22 e orientações de acesso à unidade.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preparado para o 1º 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Primeiro dia de 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de uniforme; Integração RH: registro de ponto, benefícios, seguro de vida, adiantamento salarial e assinatura dos formulários obrigatórios.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administrativa concluída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 Programa Padrinho &amp; Jornada de Experiência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45 dias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Padrinho acompanha a adaptação e os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treinamentos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preenchimento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); Jornada de Experiência (em implantação): acompanhamento periódico, feedbacks e melhorias.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com acompanhamento estruturado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Encerramento do Onboarding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Gestor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Confirmação do Programa Padrinho e dos treinamentos; reunião de acompanhamento com gestor e colaborador; registro do encerramento da jornada.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integrado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Image 2" descr="/home/deborah-andrade846/PPT---RH/rh/aura_logo_trim.png">
            <a:extLst>
              <a:ext uri="{FF2B5EF4-FFF2-40B4-BE49-F238E27FC236}">
                <a16:creationId xmlns:a16="http://schemas.microsoft.com/office/drawing/2014/main" id="{3EF7A217-E2A4-B8E0-8F9A-6BC0451E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955" y="6178564"/>
            <a:ext cx="895422" cy="523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1206</Words>
  <Application>Microsoft Office PowerPoint</Application>
  <PresentationFormat>Widescreen</PresentationFormat>
  <Paragraphs>292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Processo de Recrutamento e Seleção</dc:title>
  <dc:subject>PptxGenJS Presentation</dc:subject>
  <dc:creator>Déborah Giovana de Andrade Gonçalves</dc:creator>
  <cp:lastModifiedBy>Natalia Stefani Pedroso Claudino Canteiro</cp:lastModifiedBy>
  <cp:revision>3</cp:revision>
  <dcterms:created xsi:type="dcterms:W3CDTF">2026-07-02T11:47:14Z</dcterms:created>
  <dcterms:modified xsi:type="dcterms:W3CDTF">2026-07-10T14:42:25Z</dcterms:modified>
</cp:coreProperties>
</file>