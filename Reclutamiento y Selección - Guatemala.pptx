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9" r:id="rId4"/>
  </p:sldMasterIdLst>
  <p:notesMasterIdLst>
    <p:notesMasterId r:id="rId10"/>
  </p:notesMasterIdLst>
  <p:handoutMasterIdLst>
    <p:handoutMasterId r:id="rId11"/>
  </p:handoutMasterIdLst>
  <p:sldIdLst>
    <p:sldId id="2147480133" r:id="rId5"/>
    <p:sldId id="2147480137" r:id="rId6"/>
    <p:sldId id="2147480138" r:id="rId7"/>
    <p:sldId id="2145707786" r:id="rId8"/>
    <p:sldId id="2147480139" r:id="rId9"/>
  </p:sldIdLst>
  <p:sldSz cx="12192000" cy="68580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C756D0D5-8D36-45D3-B84F-A84A00AE163F}">
          <p14:sldIdLst/>
        </p14:section>
        <p14:section name="Sección sin título" id="{5F48FA66-D293-423B-9CFC-0E6DA5A53850}">
          <p14:sldIdLst>
            <p14:sldId id="2147480133"/>
            <p14:sldId id="2147480137"/>
            <p14:sldId id="2147480138"/>
            <p14:sldId id="2145707786"/>
            <p14:sldId id="21474801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jboUX23JKyGu8cG+cCGBhk/OPl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680"/>
    <a:srgbClr val="156FBF"/>
    <a:srgbClr val="70AD47"/>
    <a:srgbClr val="2D3D70"/>
    <a:srgbClr val="F4614D"/>
    <a:srgbClr val="FFFFFF"/>
    <a:srgbClr val="F3F5FA"/>
    <a:srgbClr val="C00000"/>
    <a:srgbClr val="FFC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0C7B94-2970-4DDD-BBAA-D671E41CBD4A}" v="23" dt="2026-07-10T18:09:11.0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268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59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54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57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6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56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ian Patricia Figueroa Aldana" userId="87576b1d-0af3-48c7-91e7-d5cbbe3449fe" providerId="ADAL" clId="{5FFC1C6A-F71E-4951-896C-9ABC1B42CFA1}"/>
    <pc:docChg chg="undo redo custSel addSld delSld modSld modSection">
      <pc:chgData name="Vivian Patricia Figueroa Aldana" userId="87576b1d-0af3-48c7-91e7-d5cbbe3449fe" providerId="ADAL" clId="{5FFC1C6A-F71E-4951-896C-9ABC1B42CFA1}" dt="2026-07-10T18:11:00.275" v="2182" actId="47"/>
      <pc:docMkLst>
        <pc:docMk/>
      </pc:docMkLst>
      <pc:sldChg chg="modSp add del mod">
        <pc:chgData name="Vivian Patricia Figueroa Aldana" userId="87576b1d-0af3-48c7-91e7-d5cbbe3449fe" providerId="ADAL" clId="{5FFC1C6A-F71E-4951-896C-9ABC1B42CFA1}" dt="2026-07-10T18:10:56.005" v="2177" actId="47"/>
        <pc:sldMkLst>
          <pc:docMk/>
          <pc:sldMk cId="317134227" sldId="281"/>
        </pc:sldMkLst>
        <pc:spChg chg="mod">
          <ac:chgData name="Vivian Patricia Figueroa Aldana" userId="87576b1d-0af3-48c7-91e7-d5cbbe3449fe" providerId="ADAL" clId="{5FFC1C6A-F71E-4951-896C-9ABC1B42CFA1}" dt="2026-07-10T16:42:08.807" v="929" actId="1076"/>
          <ac:spMkLst>
            <pc:docMk/>
            <pc:sldMk cId="317134227" sldId="281"/>
            <ac:spMk id="29" creationId="{18505A1F-20ED-4B1C-B58C-C464FE0E1DC8}"/>
          </ac:spMkLst>
        </pc:spChg>
      </pc:sldChg>
      <pc:sldChg chg="del">
        <pc:chgData name="Vivian Patricia Figueroa Aldana" userId="87576b1d-0af3-48c7-91e7-d5cbbe3449fe" providerId="ADAL" clId="{5FFC1C6A-F71E-4951-896C-9ABC1B42CFA1}" dt="2026-07-10T18:10:57.705" v="2179" actId="47"/>
        <pc:sldMkLst>
          <pc:docMk/>
          <pc:sldMk cId="436953492" sldId="438"/>
        </pc:sldMkLst>
      </pc:sldChg>
      <pc:sldChg chg="addSp delSp modSp mod modClrScheme chgLayout">
        <pc:chgData name="Vivian Patricia Figueroa Aldana" userId="87576b1d-0af3-48c7-91e7-d5cbbe3449fe" providerId="ADAL" clId="{5FFC1C6A-F71E-4951-896C-9ABC1B42CFA1}" dt="2026-07-10T16:39:33.170" v="925" actId="700"/>
        <pc:sldMkLst>
          <pc:docMk/>
          <pc:sldMk cId="3494565437" sldId="2145707786"/>
        </pc:sldMkLst>
        <pc:spChg chg="add mod ord">
          <ac:chgData name="Vivian Patricia Figueroa Aldana" userId="87576b1d-0af3-48c7-91e7-d5cbbe3449fe" providerId="ADAL" clId="{5FFC1C6A-F71E-4951-896C-9ABC1B42CFA1}" dt="2026-07-10T16:39:33.170" v="925" actId="700"/>
          <ac:spMkLst>
            <pc:docMk/>
            <pc:sldMk cId="3494565437" sldId="2145707786"/>
            <ac:spMk id="2" creationId="{64AC47B5-81EE-E201-670A-CA78EC65C550}"/>
          </ac:spMkLst>
        </pc:spChg>
        <pc:spChg chg="add del mod ord">
          <ac:chgData name="Vivian Patricia Figueroa Aldana" userId="87576b1d-0af3-48c7-91e7-d5cbbe3449fe" providerId="ADAL" clId="{5FFC1C6A-F71E-4951-896C-9ABC1B42CFA1}" dt="2026-07-10T16:39:17.691" v="923" actId="478"/>
          <ac:spMkLst>
            <pc:docMk/>
            <pc:sldMk cId="3494565437" sldId="2145707786"/>
            <ac:spMk id="3" creationId="{238667DA-C716-3644-3DAE-C1982FFA019E}"/>
          </ac:spMkLst>
        </pc:spChg>
        <pc:spChg chg="add mod ord">
          <ac:chgData name="Vivian Patricia Figueroa Aldana" userId="87576b1d-0af3-48c7-91e7-d5cbbe3449fe" providerId="ADAL" clId="{5FFC1C6A-F71E-4951-896C-9ABC1B42CFA1}" dt="2026-07-10T16:39:33.170" v="925" actId="700"/>
          <ac:spMkLst>
            <pc:docMk/>
            <pc:sldMk cId="3494565437" sldId="2145707786"/>
            <ac:spMk id="4" creationId="{96BB0EA2-8A5A-F4D9-A8F3-2832AEBA89A0}"/>
          </ac:spMkLst>
        </pc:spChg>
        <pc:spChg chg="add del mod ord">
          <ac:chgData name="Vivian Patricia Figueroa Aldana" userId="87576b1d-0af3-48c7-91e7-d5cbbe3449fe" providerId="ADAL" clId="{5FFC1C6A-F71E-4951-896C-9ABC1B42CFA1}" dt="2026-07-10T16:39:33.170" v="925" actId="700"/>
          <ac:spMkLst>
            <pc:docMk/>
            <pc:sldMk cId="3494565437" sldId="2145707786"/>
            <ac:spMk id="5" creationId="{4E6124C0-8756-385C-D593-56507B011908}"/>
          </ac:spMkLst>
        </pc:spChg>
        <pc:spChg chg="add del mod ord">
          <ac:chgData name="Vivian Patricia Figueroa Aldana" userId="87576b1d-0af3-48c7-91e7-d5cbbe3449fe" providerId="ADAL" clId="{5FFC1C6A-F71E-4951-896C-9ABC1B42CFA1}" dt="2026-07-10T16:39:33.170" v="925" actId="700"/>
          <ac:spMkLst>
            <pc:docMk/>
            <pc:sldMk cId="3494565437" sldId="2145707786"/>
            <ac:spMk id="6" creationId="{773E6795-5C61-FDB6-E24A-467790E53136}"/>
          </ac:spMkLst>
        </pc:spChg>
        <pc:spChg chg="add del mod ord">
          <ac:chgData name="Vivian Patricia Figueroa Aldana" userId="87576b1d-0af3-48c7-91e7-d5cbbe3449fe" providerId="ADAL" clId="{5FFC1C6A-F71E-4951-896C-9ABC1B42CFA1}" dt="2026-07-10T16:39:33.170" v="925" actId="700"/>
          <ac:spMkLst>
            <pc:docMk/>
            <pc:sldMk cId="3494565437" sldId="2145707786"/>
            <ac:spMk id="7" creationId="{D05C7C88-07C4-59CB-AC04-7C8E632DE9E6}"/>
          </ac:spMkLst>
        </pc:spChg>
        <pc:spChg chg="add del mod ord">
          <ac:chgData name="Vivian Patricia Figueroa Aldana" userId="87576b1d-0af3-48c7-91e7-d5cbbe3449fe" providerId="ADAL" clId="{5FFC1C6A-F71E-4951-896C-9ABC1B42CFA1}" dt="2026-07-10T16:39:33.170" v="925" actId="700"/>
          <ac:spMkLst>
            <pc:docMk/>
            <pc:sldMk cId="3494565437" sldId="2145707786"/>
            <ac:spMk id="8" creationId="{26FDA622-D30E-8514-3C8C-E0F46C759502}"/>
          </ac:spMkLst>
        </pc:spChg>
        <pc:spChg chg="del mod ord">
          <ac:chgData name="Vivian Patricia Figueroa Aldana" userId="87576b1d-0af3-48c7-91e7-d5cbbe3449fe" providerId="ADAL" clId="{5FFC1C6A-F71E-4951-896C-9ABC1B42CFA1}" dt="2026-07-10T16:38:37.065" v="872" actId="700"/>
          <ac:spMkLst>
            <pc:docMk/>
            <pc:sldMk cId="3494565437" sldId="2145707786"/>
            <ac:spMk id="9" creationId="{61AAB6F5-5CAD-20A6-C3D2-196DB320EE0F}"/>
          </ac:spMkLst>
        </pc:spChg>
        <pc:spChg chg="add del mod ord">
          <ac:chgData name="Vivian Patricia Figueroa Aldana" userId="87576b1d-0af3-48c7-91e7-d5cbbe3449fe" providerId="ADAL" clId="{5FFC1C6A-F71E-4951-896C-9ABC1B42CFA1}" dt="2026-07-10T16:39:33.170" v="925" actId="700"/>
          <ac:spMkLst>
            <pc:docMk/>
            <pc:sldMk cId="3494565437" sldId="2145707786"/>
            <ac:spMk id="10" creationId="{68B8CB76-BAD7-7908-D240-4AAB6CA6B563}"/>
          </ac:spMkLst>
        </pc:spChg>
        <pc:spChg chg="add del mod ord">
          <ac:chgData name="Vivian Patricia Figueroa Aldana" userId="87576b1d-0af3-48c7-91e7-d5cbbe3449fe" providerId="ADAL" clId="{5FFC1C6A-F71E-4951-896C-9ABC1B42CFA1}" dt="2026-07-10T16:39:33.170" v="925" actId="700"/>
          <ac:spMkLst>
            <pc:docMk/>
            <pc:sldMk cId="3494565437" sldId="2145707786"/>
            <ac:spMk id="11" creationId="{B3E35A8E-BD36-D386-C593-086B2A92A6F6}"/>
          </ac:spMkLst>
        </pc:spChg>
        <pc:spChg chg="add del mod ord">
          <ac:chgData name="Vivian Patricia Figueroa Aldana" userId="87576b1d-0af3-48c7-91e7-d5cbbe3449fe" providerId="ADAL" clId="{5FFC1C6A-F71E-4951-896C-9ABC1B42CFA1}" dt="2026-07-10T16:39:33.170" v="925" actId="700"/>
          <ac:spMkLst>
            <pc:docMk/>
            <pc:sldMk cId="3494565437" sldId="2145707786"/>
            <ac:spMk id="12" creationId="{6735A091-1D83-F20C-A24B-C7F6605E9EFC}"/>
          </ac:spMkLst>
        </pc:spChg>
      </pc:sldChg>
      <pc:sldChg chg="del">
        <pc:chgData name="Vivian Patricia Figueroa Aldana" userId="87576b1d-0af3-48c7-91e7-d5cbbe3449fe" providerId="ADAL" clId="{5FFC1C6A-F71E-4951-896C-9ABC1B42CFA1}" dt="2026-07-10T18:10:56.569" v="2178" actId="47"/>
        <pc:sldMkLst>
          <pc:docMk/>
          <pc:sldMk cId="1772274544" sldId="2145707794"/>
        </pc:sldMkLst>
      </pc:sldChg>
      <pc:sldChg chg="del">
        <pc:chgData name="Vivian Patricia Figueroa Aldana" userId="87576b1d-0af3-48c7-91e7-d5cbbe3449fe" providerId="ADAL" clId="{5FFC1C6A-F71E-4951-896C-9ABC1B42CFA1}" dt="2026-07-10T18:10:58.101" v="2180" actId="47"/>
        <pc:sldMkLst>
          <pc:docMk/>
          <pc:sldMk cId="3390658856" sldId="2147480131"/>
        </pc:sldMkLst>
      </pc:sldChg>
      <pc:sldChg chg="addSp delSp modSp mod modClrScheme chgLayout">
        <pc:chgData name="Vivian Patricia Figueroa Aldana" userId="87576b1d-0af3-48c7-91e7-d5cbbe3449fe" providerId="ADAL" clId="{5FFC1C6A-F71E-4951-896C-9ABC1B42CFA1}" dt="2026-07-10T16:39:11.823" v="922" actId="14100"/>
        <pc:sldMkLst>
          <pc:docMk/>
          <pc:sldMk cId="75162629" sldId="2147480133"/>
        </pc:sldMkLst>
        <pc:spChg chg="mod ord">
          <ac:chgData name="Vivian Patricia Figueroa Aldana" userId="87576b1d-0af3-48c7-91e7-d5cbbe3449fe" providerId="ADAL" clId="{5FFC1C6A-F71E-4951-896C-9ABC1B42CFA1}" dt="2026-07-10T16:39:11.823" v="922" actId="14100"/>
          <ac:spMkLst>
            <pc:docMk/>
            <pc:sldMk cId="75162629" sldId="2147480133"/>
            <ac:spMk id="2" creationId="{5A32D5EB-C039-C9A9-92EE-A7BC22CC3FF9}"/>
          </ac:spMkLst>
        </pc:spChg>
        <pc:spChg chg="add del mod ord">
          <ac:chgData name="Vivian Patricia Figueroa Aldana" userId="87576b1d-0af3-48c7-91e7-d5cbbe3449fe" providerId="ADAL" clId="{5FFC1C6A-F71E-4951-896C-9ABC1B42CFA1}" dt="2026-07-10T16:23:30.503" v="56" actId="478"/>
          <ac:spMkLst>
            <pc:docMk/>
            <pc:sldMk cId="75162629" sldId="2147480133"/>
            <ac:spMk id="3" creationId="{DCFB8746-801B-0FCF-199B-F35A714272AD}"/>
          </ac:spMkLst>
        </pc:spChg>
        <pc:spChg chg="add mod ord">
          <ac:chgData name="Vivian Patricia Figueroa Aldana" userId="87576b1d-0af3-48c7-91e7-d5cbbe3449fe" providerId="ADAL" clId="{5FFC1C6A-F71E-4951-896C-9ABC1B42CFA1}" dt="2026-07-10T16:39:03.693" v="920" actId="1076"/>
          <ac:spMkLst>
            <pc:docMk/>
            <pc:sldMk cId="75162629" sldId="2147480133"/>
            <ac:spMk id="4" creationId="{28327469-3FAC-E274-44FE-A9C387C35227}"/>
          </ac:spMkLst>
        </pc:spChg>
      </pc:sldChg>
      <pc:sldChg chg="addSp delSp modSp new del mod modClrScheme chgLayout">
        <pc:chgData name="Vivian Patricia Figueroa Aldana" userId="87576b1d-0af3-48c7-91e7-d5cbbe3449fe" providerId="ADAL" clId="{5FFC1C6A-F71E-4951-896C-9ABC1B42CFA1}" dt="2026-07-10T16:24:15.089" v="76" actId="47"/>
        <pc:sldMkLst>
          <pc:docMk/>
          <pc:sldMk cId="4039683079" sldId="2147480134"/>
        </pc:sldMkLst>
        <pc:spChg chg="del mod ord">
          <ac:chgData name="Vivian Patricia Figueroa Aldana" userId="87576b1d-0af3-48c7-91e7-d5cbbe3449fe" providerId="ADAL" clId="{5FFC1C6A-F71E-4951-896C-9ABC1B42CFA1}" dt="2026-07-10T16:23:53.168" v="74" actId="700"/>
          <ac:spMkLst>
            <pc:docMk/>
            <pc:sldMk cId="4039683079" sldId="2147480134"/>
            <ac:spMk id="2" creationId="{765828B8-91AC-6677-3B51-E4557FE36359}"/>
          </ac:spMkLst>
        </pc:spChg>
        <pc:spChg chg="del mod ord">
          <ac:chgData name="Vivian Patricia Figueroa Aldana" userId="87576b1d-0af3-48c7-91e7-d5cbbe3449fe" providerId="ADAL" clId="{5FFC1C6A-F71E-4951-896C-9ABC1B42CFA1}" dt="2026-07-10T16:23:53.168" v="74" actId="700"/>
          <ac:spMkLst>
            <pc:docMk/>
            <pc:sldMk cId="4039683079" sldId="2147480134"/>
            <ac:spMk id="3" creationId="{6079C048-1BB9-8E4B-E35F-B700D5DABA6E}"/>
          </ac:spMkLst>
        </pc:spChg>
        <pc:spChg chg="del mod ord">
          <ac:chgData name="Vivian Patricia Figueroa Aldana" userId="87576b1d-0af3-48c7-91e7-d5cbbe3449fe" providerId="ADAL" clId="{5FFC1C6A-F71E-4951-896C-9ABC1B42CFA1}" dt="2026-07-10T16:23:53.168" v="74" actId="700"/>
          <ac:spMkLst>
            <pc:docMk/>
            <pc:sldMk cId="4039683079" sldId="2147480134"/>
            <ac:spMk id="4" creationId="{4981F4A7-079A-F530-6488-01B2163046EE}"/>
          </ac:spMkLst>
        </pc:spChg>
        <pc:spChg chg="add mod ord">
          <ac:chgData name="Vivian Patricia Figueroa Aldana" userId="87576b1d-0af3-48c7-91e7-d5cbbe3449fe" providerId="ADAL" clId="{5FFC1C6A-F71E-4951-896C-9ABC1B42CFA1}" dt="2026-07-10T16:23:53.168" v="74" actId="700"/>
          <ac:spMkLst>
            <pc:docMk/>
            <pc:sldMk cId="4039683079" sldId="2147480134"/>
            <ac:spMk id="5" creationId="{D9F31A6A-53D2-8902-4FA8-219E51F35174}"/>
          </ac:spMkLst>
        </pc:spChg>
        <pc:spChg chg="add mod ord">
          <ac:chgData name="Vivian Patricia Figueroa Aldana" userId="87576b1d-0af3-48c7-91e7-d5cbbe3449fe" providerId="ADAL" clId="{5FFC1C6A-F71E-4951-896C-9ABC1B42CFA1}" dt="2026-07-10T16:23:53.168" v="74" actId="700"/>
          <ac:spMkLst>
            <pc:docMk/>
            <pc:sldMk cId="4039683079" sldId="2147480134"/>
            <ac:spMk id="6" creationId="{9F6832AE-3298-1416-023C-B60D0F3A15FC}"/>
          </ac:spMkLst>
        </pc:spChg>
        <pc:spChg chg="add mod ord">
          <ac:chgData name="Vivian Patricia Figueroa Aldana" userId="87576b1d-0af3-48c7-91e7-d5cbbe3449fe" providerId="ADAL" clId="{5FFC1C6A-F71E-4951-896C-9ABC1B42CFA1}" dt="2026-07-10T16:23:53.168" v="74" actId="700"/>
          <ac:spMkLst>
            <pc:docMk/>
            <pc:sldMk cId="4039683079" sldId="2147480134"/>
            <ac:spMk id="7" creationId="{DBCD2087-FDCA-837D-5CDD-A4F4628BD21C}"/>
          </ac:spMkLst>
        </pc:spChg>
        <pc:spChg chg="add mod ord">
          <ac:chgData name="Vivian Patricia Figueroa Aldana" userId="87576b1d-0af3-48c7-91e7-d5cbbe3449fe" providerId="ADAL" clId="{5FFC1C6A-F71E-4951-896C-9ABC1B42CFA1}" dt="2026-07-10T16:23:53.168" v="74" actId="700"/>
          <ac:spMkLst>
            <pc:docMk/>
            <pc:sldMk cId="4039683079" sldId="2147480134"/>
            <ac:spMk id="8" creationId="{D0A6DAF4-1E65-492D-FC57-C7212730B339}"/>
          </ac:spMkLst>
        </pc:spChg>
      </pc:sldChg>
      <pc:sldChg chg="addSp delSp modSp add mod">
        <pc:chgData name="Vivian Patricia Figueroa Aldana" userId="87576b1d-0af3-48c7-91e7-d5cbbe3449fe" providerId="ADAL" clId="{5FFC1C6A-F71E-4951-896C-9ABC1B42CFA1}" dt="2026-07-10T16:35:14.621" v="559" actId="1076"/>
        <pc:sldMkLst>
          <pc:docMk/>
          <pc:sldMk cId="3198873312" sldId="2147480137"/>
        </pc:sldMkLst>
        <pc:spChg chg="mod">
          <ac:chgData name="Vivian Patricia Figueroa Aldana" userId="87576b1d-0af3-48c7-91e7-d5cbbe3449fe" providerId="ADAL" clId="{5FFC1C6A-F71E-4951-896C-9ABC1B42CFA1}" dt="2026-07-10T16:24:34.169" v="79" actId="1076"/>
          <ac:spMkLst>
            <pc:docMk/>
            <pc:sldMk cId="3198873312" sldId="2147480137"/>
            <ac:spMk id="21" creationId="{A0FB153E-E672-12A0-C4A7-987F1D4BA52B}"/>
          </ac:spMkLst>
        </pc:spChg>
        <pc:spChg chg="del">
          <ac:chgData name="Vivian Patricia Figueroa Aldana" userId="87576b1d-0af3-48c7-91e7-d5cbbe3449fe" providerId="ADAL" clId="{5FFC1C6A-F71E-4951-896C-9ABC1B42CFA1}" dt="2026-07-10T16:24:18.694" v="77" actId="478"/>
          <ac:spMkLst>
            <pc:docMk/>
            <pc:sldMk cId="3198873312" sldId="2147480137"/>
            <ac:spMk id="23" creationId="{04592622-9B92-FED8-301B-BBC4EC14E169}"/>
          </ac:spMkLst>
        </pc:spChg>
        <pc:graphicFrameChg chg="add mod modGraphic">
          <ac:chgData name="Vivian Patricia Figueroa Aldana" userId="87576b1d-0af3-48c7-91e7-d5cbbe3449fe" providerId="ADAL" clId="{5FFC1C6A-F71E-4951-896C-9ABC1B42CFA1}" dt="2026-07-10T16:35:07.942" v="558" actId="14100"/>
          <ac:graphicFrameMkLst>
            <pc:docMk/>
            <pc:sldMk cId="3198873312" sldId="2147480137"/>
            <ac:graphicFrameMk id="3" creationId="{5D528D39-5EC0-AFE4-2F3F-97CA14B90A67}"/>
          </ac:graphicFrameMkLst>
        </pc:graphicFrameChg>
        <pc:graphicFrameChg chg="mod ord">
          <ac:chgData name="Vivian Patricia Figueroa Aldana" userId="87576b1d-0af3-48c7-91e7-d5cbbe3449fe" providerId="ADAL" clId="{5FFC1C6A-F71E-4951-896C-9ABC1B42CFA1}" dt="2026-07-10T16:35:14.621" v="559" actId="1076"/>
          <ac:graphicFrameMkLst>
            <pc:docMk/>
            <pc:sldMk cId="3198873312" sldId="2147480137"/>
            <ac:graphicFrameMk id="27" creationId="{AACFFF8F-FF48-3EC6-5C0D-72D8809F9D58}"/>
          </ac:graphicFrameMkLst>
        </pc:graphicFrameChg>
      </pc:sldChg>
      <pc:sldChg chg="addSp delSp modSp add mod">
        <pc:chgData name="Vivian Patricia Figueroa Aldana" userId="87576b1d-0af3-48c7-91e7-d5cbbe3449fe" providerId="ADAL" clId="{5FFC1C6A-F71E-4951-896C-9ABC1B42CFA1}" dt="2026-07-10T16:38:30.948" v="871" actId="1076"/>
        <pc:sldMkLst>
          <pc:docMk/>
          <pc:sldMk cId="1916388671" sldId="2147480138"/>
        </pc:sldMkLst>
        <pc:spChg chg="mod">
          <ac:chgData name="Vivian Patricia Figueroa Aldana" userId="87576b1d-0af3-48c7-91e7-d5cbbe3449fe" providerId="ADAL" clId="{5FFC1C6A-F71E-4951-896C-9ABC1B42CFA1}" dt="2026-07-10T16:35:26.789" v="561" actId="1076"/>
          <ac:spMkLst>
            <pc:docMk/>
            <pc:sldMk cId="1916388671" sldId="2147480138"/>
            <ac:spMk id="21" creationId="{8574FD37-5620-F78B-D11C-A35219D172AF}"/>
          </ac:spMkLst>
        </pc:spChg>
        <pc:spChg chg="del">
          <ac:chgData name="Vivian Patricia Figueroa Aldana" userId="87576b1d-0af3-48c7-91e7-d5cbbe3449fe" providerId="ADAL" clId="{5FFC1C6A-F71E-4951-896C-9ABC1B42CFA1}" dt="2026-07-10T16:35:22.449" v="560" actId="478"/>
          <ac:spMkLst>
            <pc:docMk/>
            <pc:sldMk cId="1916388671" sldId="2147480138"/>
            <ac:spMk id="23" creationId="{2C2A739E-47D0-4F0A-BE52-3DBDBB020E3E}"/>
          </ac:spMkLst>
        </pc:spChg>
        <pc:graphicFrameChg chg="add mod modGraphic">
          <ac:chgData name="Vivian Patricia Figueroa Aldana" userId="87576b1d-0af3-48c7-91e7-d5cbbe3449fe" providerId="ADAL" clId="{5FFC1C6A-F71E-4951-896C-9ABC1B42CFA1}" dt="2026-07-10T16:38:30.948" v="871" actId="1076"/>
          <ac:graphicFrameMkLst>
            <pc:docMk/>
            <pc:sldMk cId="1916388671" sldId="2147480138"/>
            <ac:graphicFrameMk id="3" creationId="{71E10101-A91A-FDA0-B8AE-F7D601D6CC9E}"/>
          </ac:graphicFrameMkLst>
        </pc:graphicFrameChg>
        <pc:graphicFrameChg chg="mod">
          <ac:chgData name="Vivian Patricia Figueroa Aldana" userId="87576b1d-0af3-48c7-91e7-d5cbbe3449fe" providerId="ADAL" clId="{5FFC1C6A-F71E-4951-896C-9ABC1B42CFA1}" dt="2026-07-10T16:35:37.303" v="564" actId="1076"/>
          <ac:graphicFrameMkLst>
            <pc:docMk/>
            <pc:sldMk cId="1916388671" sldId="2147480138"/>
            <ac:graphicFrameMk id="27" creationId="{8A808F97-C03B-8755-E0BC-E68BF2F4B43C}"/>
          </ac:graphicFrameMkLst>
        </pc:graphicFrameChg>
      </pc:sldChg>
      <pc:sldChg chg="addSp delSp modSp new add del mod modClrScheme chgLayout">
        <pc:chgData name="Vivian Patricia Figueroa Aldana" userId="87576b1d-0af3-48c7-91e7-d5cbbe3449fe" providerId="ADAL" clId="{5FFC1C6A-F71E-4951-896C-9ABC1B42CFA1}" dt="2026-07-10T18:11:00.275" v="2182" actId="47"/>
        <pc:sldMkLst>
          <pc:docMk/>
          <pc:sldMk cId="71832631" sldId="2147480139"/>
        </pc:sldMkLst>
        <pc:spChg chg="del mod ord">
          <ac:chgData name="Vivian Patricia Figueroa Aldana" userId="87576b1d-0af3-48c7-91e7-d5cbbe3449fe" providerId="ADAL" clId="{5FFC1C6A-F71E-4951-896C-9ABC1B42CFA1}" dt="2026-07-10T16:39:40.041" v="927" actId="700"/>
          <ac:spMkLst>
            <pc:docMk/>
            <pc:sldMk cId="71832631" sldId="2147480139"/>
            <ac:spMk id="2" creationId="{8B607679-77A8-D657-A2D3-8678993BCD08}"/>
          </ac:spMkLst>
        </pc:spChg>
        <pc:spChg chg="del mod ord">
          <ac:chgData name="Vivian Patricia Figueroa Aldana" userId="87576b1d-0af3-48c7-91e7-d5cbbe3449fe" providerId="ADAL" clId="{5FFC1C6A-F71E-4951-896C-9ABC1B42CFA1}" dt="2026-07-10T16:39:40.041" v="927" actId="700"/>
          <ac:spMkLst>
            <pc:docMk/>
            <pc:sldMk cId="71832631" sldId="2147480139"/>
            <ac:spMk id="3" creationId="{62EF1025-DAC5-9C64-18C5-E6D5235D6F48}"/>
          </ac:spMkLst>
        </pc:spChg>
        <pc:spChg chg="del mod ord">
          <ac:chgData name="Vivian Patricia Figueroa Aldana" userId="87576b1d-0af3-48c7-91e7-d5cbbe3449fe" providerId="ADAL" clId="{5FFC1C6A-F71E-4951-896C-9ABC1B42CFA1}" dt="2026-07-10T16:39:40.041" v="927" actId="700"/>
          <ac:spMkLst>
            <pc:docMk/>
            <pc:sldMk cId="71832631" sldId="2147480139"/>
            <ac:spMk id="4" creationId="{6363A144-49CB-20E8-C2B9-75BA75A30C52}"/>
          </ac:spMkLst>
        </pc:spChg>
        <pc:spChg chg="add mod ord">
          <ac:chgData name="Vivian Patricia Figueroa Aldana" userId="87576b1d-0af3-48c7-91e7-d5cbbe3449fe" providerId="ADAL" clId="{5FFC1C6A-F71E-4951-896C-9ABC1B42CFA1}" dt="2026-07-10T18:10:52.279" v="2176" actId="20577"/>
          <ac:spMkLst>
            <pc:docMk/>
            <pc:sldMk cId="71832631" sldId="2147480139"/>
            <ac:spMk id="5" creationId="{463CD46B-4A07-9F52-2D7C-19BF9072C631}"/>
          </ac:spMkLst>
        </pc:spChg>
        <pc:spChg chg="add del mod ord">
          <ac:chgData name="Vivian Patricia Figueroa Aldana" userId="87576b1d-0af3-48c7-91e7-d5cbbe3449fe" providerId="ADAL" clId="{5FFC1C6A-F71E-4951-896C-9ABC1B42CFA1}" dt="2026-07-10T18:10:35.827" v="2145" actId="478"/>
          <ac:spMkLst>
            <pc:docMk/>
            <pc:sldMk cId="71832631" sldId="2147480139"/>
            <ac:spMk id="6" creationId="{7B9D30FB-7CA5-1141-4E9C-268D3E31454E}"/>
          </ac:spMkLst>
        </pc:spChg>
        <pc:spChg chg="add del mod ord">
          <ac:chgData name="Vivian Patricia Figueroa Aldana" userId="87576b1d-0af3-48c7-91e7-d5cbbe3449fe" providerId="ADAL" clId="{5FFC1C6A-F71E-4951-896C-9ABC1B42CFA1}" dt="2026-07-10T16:42:21.610" v="932" actId="478"/>
          <ac:spMkLst>
            <pc:docMk/>
            <pc:sldMk cId="71832631" sldId="2147480139"/>
            <ac:spMk id="7" creationId="{809C8606-9736-7CB6-1FE6-29FF747BCDC2}"/>
          </ac:spMkLst>
        </pc:spChg>
        <pc:spChg chg="add del mod ord">
          <ac:chgData name="Vivian Patricia Figueroa Aldana" userId="87576b1d-0af3-48c7-91e7-d5cbbe3449fe" providerId="ADAL" clId="{5FFC1C6A-F71E-4951-896C-9ABC1B42CFA1}" dt="2026-07-10T16:42:19.805" v="931" actId="478"/>
          <ac:spMkLst>
            <pc:docMk/>
            <pc:sldMk cId="71832631" sldId="2147480139"/>
            <ac:spMk id="8" creationId="{09A10E19-9C56-6C75-6049-85630D31DCB6}"/>
          </ac:spMkLst>
        </pc:spChg>
        <pc:spChg chg="mod">
          <ac:chgData name="Vivian Patricia Figueroa Aldana" userId="87576b1d-0af3-48c7-91e7-d5cbbe3449fe" providerId="ADAL" clId="{5FFC1C6A-F71E-4951-896C-9ABC1B42CFA1}" dt="2026-07-10T17:54:43.292" v="1807" actId="790"/>
          <ac:spMkLst>
            <pc:docMk/>
            <pc:sldMk cId="71832631" sldId="2147480139"/>
            <ac:spMk id="9" creationId="{588A5B75-BF2F-F267-C39B-C69E51CD3FBD}"/>
          </ac:spMkLst>
        </pc:spChg>
        <pc:spChg chg="mod">
          <ac:chgData name="Vivian Patricia Figueroa Aldana" userId="87576b1d-0af3-48c7-91e7-d5cbbe3449fe" providerId="ADAL" clId="{5FFC1C6A-F71E-4951-896C-9ABC1B42CFA1}" dt="2026-07-10T18:10:25.360" v="2143" actId="1035"/>
          <ac:spMkLst>
            <pc:docMk/>
            <pc:sldMk cId="71832631" sldId="2147480139"/>
            <ac:spMk id="11" creationId="{028BB8A5-DC5B-FF14-B743-A4E3F01C0723}"/>
          </ac:spMkLst>
        </pc:spChg>
        <pc:spChg chg="mod">
          <ac:chgData name="Vivian Patricia Figueroa Aldana" userId="87576b1d-0af3-48c7-91e7-d5cbbe3449fe" providerId="ADAL" clId="{5FFC1C6A-F71E-4951-896C-9ABC1B42CFA1}" dt="2026-07-10T16:58:30.504" v="1131" actId="255"/>
          <ac:spMkLst>
            <pc:docMk/>
            <pc:sldMk cId="71832631" sldId="2147480139"/>
            <ac:spMk id="12" creationId="{B046B888-23C1-D290-13DE-79D19FD88A62}"/>
          </ac:spMkLst>
        </pc:spChg>
        <pc:spChg chg="add del mod ord">
          <ac:chgData name="Vivian Patricia Figueroa Aldana" userId="87576b1d-0af3-48c7-91e7-d5cbbe3449fe" providerId="ADAL" clId="{5FFC1C6A-F71E-4951-896C-9ABC1B42CFA1}" dt="2026-07-10T16:43:31.961" v="943" actId="21"/>
          <ac:spMkLst>
            <pc:docMk/>
            <pc:sldMk cId="71832631" sldId="2147480139"/>
            <ac:spMk id="13" creationId="{ACEB588B-2BB9-620B-543B-F4C2D92878FE}"/>
          </ac:spMkLst>
        </pc:spChg>
        <pc:spChg chg="mod">
          <ac:chgData name="Vivian Patricia Figueroa Aldana" userId="87576b1d-0af3-48c7-91e7-d5cbbe3449fe" providerId="ADAL" clId="{5FFC1C6A-F71E-4951-896C-9ABC1B42CFA1}" dt="2026-07-10T16:58:30.504" v="1131" actId="255"/>
          <ac:spMkLst>
            <pc:docMk/>
            <pc:sldMk cId="71832631" sldId="2147480139"/>
            <ac:spMk id="14" creationId="{A74F5940-99C0-CD64-7AB0-DCE2B2A3A280}"/>
          </ac:spMkLst>
        </pc:spChg>
        <pc:spChg chg="mod">
          <ac:chgData name="Vivian Patricia Figueroa Aldana" userId="87576b1d-0af3-48c7-91e7-d5cbbe3449fe" providerId="ADAL" clId="{5FFC1C6A-F71E-4951-896C-9ABC1B42CFA1}" dt="2026-07-10T17:55:01.578" v="1809" actId="790"/>
          <ac:spMkLst>
            <pc:docMk/>
            <pc:sldMk cId="71832631" sldId="2147480139"/>
            <ac:spMk id="15" creationId="{FDE99170-D80F-9A3C-7EB2-82E6EDBA67A3}"/>
          </ac:spMkLst>
        </pc:spChg>
        <pc:spChg chg="mod">
          <ac:chgData name="Vivian Patricia Figueroa Aldana" userId="87576b1d-0af3-48c7-91e7-d5cbbe3449fe" providerId="ADAL" clId="{5FFC1C6A-F71E-4951-896C-9ABC1B42CFA1}" dt="2026-07-10T17:54:43.292" v="1807" actId="790"/>
          <ac:spMkLst>
            <pc:docMk/>
            <pc:sldMk cId="71832631" sldId="2147480139"/>
            <ac:spMk id="16" creationId="{F5CBFDBD-DEAF-056F-2A0C-6C3962F5555B}"/>
          </ac:spMkLst>
        </pc:spChg>
        <pc:spChg chg="mod">
          <ac:chgData name="Vivian Patricia Figueroa Aldana" userId="87576b1d-0af3-48c7-91e7-d5cbbe3449fe" providerId="ADAL" clId="{5FFC1C6A-F71E-4951-896C-9ABC1B42CFA1}" dt="2026-07-10T17:55:07.069" v="1810" actId="790"/>
          <ac:spMkLst>
            <pc:docMk/>
            <pc:sldMk cId="71832631" sldId="2147480139"/>
            <ac:spMk id="18" creationId="{56E02DFD-2FB9-6DBB-56A1-92489BDC12B0}"/>
          </ac:spMkLst>
        </pc:spChg>
        <pc:spChg chg="mod">
          <ac:chgData name="Vivian Patricia Figueroa Aldana" userId="87576b1d-0af3-48c7-91e7-d5cbbe3449fe" providerId="ADAL" clId="{5FFC1C6A-F71E-4951-896C-9ABC1B42CFA1}" dt="2026-07-10T17:00:52.493" v="1179" actId="207"/>
          <ac:spMkLst>
            <pc:docMk/>
            <pc:sldMk cId="71832631" sldId="2147480139"/>
            <ac:spMk id="19" creationId="{D78DA95B-77FD-1217-CF4C-09EF57CA4DB2}"/>
          </ac:spMkLst>
        </pc:spChg>
        <pc:spChg chg="mod">
          <ac:chgData name="Vivian Patricia Figueroa Aldana" userId="87576b1d-0af3-48c7-91e7-d5cbbe3449fe" providerId="ADAL" clId="{5FFC1C6A-F71E-4951-896C-9ABC1B42CFA1}" dt="2026-07-10T16:57:29.716" v="1124" actId="1076"/>
          <ac:spMkLst>
            <pc:docMk/>
            <pc:sldMk cId="71832631" sldId="2147480139"/>
            <ac:spMk id="20" creationId="{C5AD3CDC-DE4E-9CEB-4D0B-3668F40D1E2B}"/>
          </ac:spMkLst>
        </pc:spChg>
        <pc:spChg chg="mod">
          <ac:chgData name="Vivian Patricia Figueroa Aldana" userId="87576b1d-0af3-48c7-91e7-d5cbbe3449fe" providerId="ADAL" clId="{5FFC1C6A-F71E-4951-896C-9ABC1B42CFA1}" dt="2026-07-10T18:09:51.872" v="2109" actId="20577"/>
          <ac:spMkLst>
            <pc:docMk/>
            <pc:sldMk cId="71832631" sldId="2147480139"/>
            <ac:spMk id="21" creationId="{A542D31B-6945-AD4F-B76F-724F2D3E28D1}"/>
          </ac:spMkLst>
        </pc:spChg>
        <pc:spChg chg="add del mod">
          <ac:chgData name="Vivian Patricia Figueroa Aldana" userId="87576b1d-0af3-48c7-91e7-d5cbbe3449fe" providerId="ADAL" clId="{5FFC1C6A-F71E-4951-896C-9ABC1B42CFA1}" dt="2026-07-10T16:57:03.186" v="1114" actId="478"/>
          <ac:spMkLst>
            <pc:docMk/>
            <pc:sldMk cId="71832631" sldId="2147480139"/>
            <ac:spMk id="22" creationId="{870D5EC6-0C04-77FC-A600-E5F2259E67FF}"/>
          </ac:spMkLst>
        </pc:spChg>
        <pc:spChg chg="mod">
          <ac:chgData name="Vivian Patricia Figueroa Aldana" userId="87576b1d-0af3-48c7-91e7-d5cbbe3449fe" providerId="ADAL" clId="{5FFC1C6A-F71E-4951-896C-9ABC1B42CFA1}" dt="2026-07-10T17:54:43.292" v="1807" actId="790"/>
          <ac:spMkLst>
            <pc:docMk/>
            <pc:sldMk cId="71832631" sldId="2147480139"/>
            <ac:spMk id="23" creationId="{51027F71-366B-EB64-0C37-D1906D1D2801}"/>
          </ac:spMkLst>
        </pc:spChg>
        <pc:spChg chg="mod">
          <ac:chgData name="Vivian Patricia Figueroa Aldana" userId="87576b1d-0af3-48c7-91e7-d5cbbe3449fe" providerId="ADAL" clId="{5FFC1C6A-F71E-4951-896C-9ABC1B42CFA1}" dt="2026-07-10T17:55:21.332" v="1812" actId="790"/>
          <ac:spMkLst>
            <pc:docMk/>
            <pc:sldMk cId="71832631" sldId="2147480139"/>
            <ac:spMk id="25" creationId="{94BA2F8F-7A5F-0522-0AC6-FDF1DA7F47A2}"/>
          </ac:spMkLst>
        </pc:spChg>
        <pc:spChg chg="mod">
          <ac:chgData name="Vivian Patricia Figueroa Aldana" userId="87576b1d-0af3-48c7-91e7-d5cbbe3449fe" providerId="ADAL" clId="{5FFC1C6A-F71E-4951-896C-9ABC1B42CFA1}" dt="2026-07-10T16:59:54.510" v="1171" actId="207"/>
          <ac:spMkLst>
            <pc:docMk/>
            <pc:sldMk cId="71832631" sldId="2147480139"/>
            <ac:spMk id="26" creationId="{5E14EA5B-6B25-BB7C-AD8A-BF3D2F143D10}"/>
          </ac:spMkLst>
        </pc:spChg>
        <pc:spChg chg="add del mod">
          <ac:chgData name="Vivian Patricia Figueroa Aldana" userId="87576b1d-0af3-48c7-91e7-d5cbbe3449fe" providerId="ADAL" clId="{5FFC1C6A-F71E-4951-896C-9ABC1B42CFA1}" dt="2026-07-10T17:27:19.790" v="1733" actId="1076"/>
          <ac:spMkLst>
            <pc:docMk/>
            <pc:sldMk cId="71832631" sldId="2147480139"/>
            <ac:spMk id="27" creationId="{B60F51CA-9FE2-6BE3-715C-8B85EA8DC574}"/>
          </ac:spMkLst>
        </pc:spChg>
        <pc:spChg chg="mod">
          <ac:chgData name="Vivian Patricia Figueroa Aldana" userId="87576b1d-0af3-48c7-91e7-d5cbbe3449fe" providerId="ADAL" clId="{5FFC1C6A-F71E-4951-896C-9ABC1B42CFA1}" dt="2026-07-10T18:09:57.780" v="2119" actId="20577"/>
          <ac:spMkLst>
            <pc:docMk/>
            <pc:sldMk cId="71832631" sldId="2147480139"/>
            <ac:spMk id="28" creationId="{BB04260B-2CA9-7E4A-8515-C902644B9395}"/>
          </ac:spMkLst>
        </pc:spChg>
        <pc:spChg chg="add del mod topLvl">
          <ac:chgData name="Vivian Patricia Figueroa Aldana" userId="87576b1d-0af3-48c7-91e7-d5cbbe3449fe" providerId="ADAL" clId="{5FFC1C6A-F71E-4951-896C-9ABC1B42CFA1}" dt="2026-07-10T17:25:21.689" v="1631" actId="478"/>
          <ac:spMkLst>
            <pc:docMk/>
            <pc:sldMk cId="71832631" sldId="2147480139"/>
            <ac:spMk id="29" creationId="{B6D71D0C-1C7F-5595-E4A7-A145F6F9DA9E}"/>
          </ac:spMkLst>
        </pc:spChg>
        <pc:spChg chg="mod topLvl">
          <ac:chgData name="Vivian Patricia Figueroa Aldana" userId="87576b1d-0af3-48c7-91e7-d5cbbe3449fe" providerId="ADAL" clId="{5FFC1C6A-F71E-4951-896C-9ABC1B42CFA1}" dt="2026-07-10T17:54:43.292" v="1807" actId="790"/>
          <ac:spMkLst>
            <pc:docMk/>
            <pc:sldMk cId="71832631" sldId="2147480139"/>
            <ac:spMk id="32" creationId="{BE599A4E-DDE9-8B4A-48A3-73ECCC0DC082}"/>
          </ac:spMkLst>
        </pc:spChg>
        <pc:spChg chg="mod">
          <ac:chgData name="Vivian Patricia Figueroa Aldana" userId="87576b1d-0af3-48c7-91e7-d5cbbe3449fe" providerId="ADAL" clId="{5FFC1C6A-F71E-4951-896C-9ABC1B42CFA1}" dt="2026-07-10T17:56:38.636" v="1875" actId="207"/>
          <ac:spMkLst>
            <pc:docMk/>
            <pc:sldMk cId="71832631" sldId="2147480139"/>
            <ac:spMk id="34" creationId="{26D46289-315A-B3CB-07C5-26762086AFE7}"/>
          </ac:spMkLst>
        </pc:spChg>
        <pc:spChg chg="del mod">
          <ac:chgData name="Vivian Patricia Figueroa Aldana" userId="87576b1d-0af3-48c7-91e7-d5cbbe3449fe" providerId="ADAL" clId="{5FFC1C6A-F71E-4951-896C-9ABC1B42CFA1}" dt="2026-07-10T18:06:29.907" v="2023" actId="478"/>
          <ac:spMkLst>
            <pc:docMk/>
            <pc:sldMk cId="71832631" sldId="2147480139"/>
            <ac:spMk id="36" creationId="{69430157-E73E-8E86-EFA1-585B23B48681}"/>
          </ac:spMkLst>
        </pc:spChg>
        <pc:spChg chg="mod">
          <ac:chgData name="Vivian Patricia Figueroa Aldana" userId="87576b1d-0af3-48c7-91e7-d5cbbe3449fe" providerId="ADAL" clId="{5FFC1C6A-F71E-4951-896C-9ABC1B42CFA1}" dt="2026-07-10T17:59:04.829" v="2015" actId="207"/>
          <ac:spMkLst>
            <pc:docMk/>
            <pc:sldMk cId="71832631" sldId="2147480139"/>
            <ac:spMk id="37" creationId="{7C7FAFB9-DBA0-769C-C9A6-428F3A9F2374}"/>
          </ac:spMkLst>
        </pc:spChg>
        <pc:spChg chg="del mod topLvl">
          <ac:chgData name="Vivian Patricia Figueroa Aldana" userId="87576b1d-0af3-48c7-91e7-d5cbbe3449fe" providerId="ADAL" clId="{5FFC1C6A-F71E-4951-896C-9ABC1B42CFA1}" dt="2026-07-10T18:07:04.311" v="2026" actId="478"/>
          <ac:spMkLst>
            <pc:docMk/>
            <pc:sldMk cId="71832631" sldId="2147480139"/>
            <ac:spMk id="39" creationId="{127A1A08-9462-7AF7-09F1-D2DAD1C5DA86}"/>
          </ac:spMkLst>
        </pc:spChg>
        <pc:spChg chg="mod">
          <ac:chgData name="Vivian Patricia Figueroa Aldana" userId="87576b1d-0af3-48c7-91e7-d5cbbe3449fe" providerId="ADAL" clId="{5FFC1C6A-F71E-4951-896C-9ABC1B42CFA1}" dt="2026-07-10T18:07:50.536" v="2100" actId="790"/>
          <ac:spMkLst>
            <pc:docMk/>
            <pc:sldMk cId="71832631" sldId="2147480139"/>
            <ac:spMk id="40" creationId="{8F1FC0F4-7C17-34DE-D933-05E525A4FE2C}"/>
          </ac:spMkLst>
        </pc:spChg>
        <pc:spChg chg="mod">
          <ac:chgData name="Vivian Patricia Figueroa Aldana" userId="87576b1d-0af3-48c7-91e7-d5cbbe3449fe" providerId="ADAL" clId="{5FFC1C6A-F71E-4951-896C-9ABC1B42CFA1}" dt="2026-07-10T17:59:01.051" v="2014" actId="207"/>
          <ac:spMkLst>
            <pc:docMk/>
            <pc:sldMk cId="71832631" sldId="2147480139"/>
            <ac:spMk id="41" creationId="{B16E6832-04E4-A5B6-F452-627B9DFE0098}"/>
          </ac:spMkLst>
        </pc:spChg>
        <pc:spChg chg="mod">
          <ac:chgData name="Vivian Patricia Figueroa Aldana" userId="87576b1d-0af3-48c7-91e7-d5cbbe3449fe" providerId="ADAL" clId="{5FFC1C6A-F71E-4951-896C-9ABC1B42CFA1}" dt="2026-07-10T18:07:39.987" v="2099" actId="1037"/>
          <ac:spMkLst>
            <pc:docMk/>
            <pc:sldMk cId="71832631" sldId="2147480139"/>
            <ac:spMk id="43" creationId="{4B16C982-A04F-363A-82FA-2A14C09E8DB0}"/>
          </ac:spMkLst>
        </pc:spChg>
        <pc:spChg chg="mod">
          <ac:chgData name="Vivian Patricia Figueroa Aldana" userId="87576b1d-0af3-48c7-91e7-d5cbbe3449fe" providerId="ADAL" clId="{5FFC1C6A-F71E-4951-896C-9ABC1B42CFA1}" dt="2026-07-10T17:58:46.664" v="2013" actId="404"/>
          <ac:spMkLst>
            <pc:docMk/>
            <pc:sldMk cId="71832631" sldId="2147480139"/>
            <ac:spMk id="44" creationId="{EA7521EC-B379-9DE8-BCB3-071BD2FA7C8A}"/>
          </ac:spMkLst>
        </pc:spChg>
        <pc:spChg chg="mod">
          <ac:chgData name="Vivian Patricia Figueroa Aldana" userId="87576b1d-0af3-48c7-91e7-d5cbbe3449fe" providerId="ADAL" clId="{5FFC1C6A-F71E-4951-896C-9ABC1B42CFA1}" dt="2026-07-10T17:56:36.293" v="1874" actId="207"/>
          <ac:spMkLst>
            <pc:docMk/>
            <pc:sldMk cId="71832631" sldId="2147480139"/>
            <ac:spMk id="45" creationId="{7C4FBCFA-446B-275D-7D3B-3505BAA7F51A}"/>
          </ac:spMkLst>
        </pc:spChg>
        <pc:spChg chg="mod">
          <ac:chgData name="Vivian Patricia Figueroa Aldana" userId="87576b1d-0af3-48c7-91e7-d5cbbe3449fe" providerId="ADAL" clId="{5FFC1C6A-F71E-4951-896C-9ABC1B42CFA1}" dt="2026-07-10T16:58:30.504" v="1131" actId="255"/>
          <ac:spMkLst>
            <pc:docMk/>
            <pc:sldMk cId="71832631" sldId="2147480139"/>
            <ac:spMk id="46" creationId="{B9E35AE4-9BD8-212B-576A-7CCB644608A4}"/>
          </ac:spMkLst>
        </pc:spChg>
        <pc:spChg chg="mod">
          <ac:chgData name="Vivian Patricia Figueroa Aldana" userId="87576b1d-0af3-48c7-91e7-d5cbbe3449fe" providerId="ADAL" clId="{5FFC1C6A-F71E-4951-896C-9ABC1B42CFA1}" dt="2026-07-10T17:58:39.020" v="2012" actId="113"/>
          <ac:spMkLst>
            <pc:docMk/>
            <pc:sldMk cId="71832631" sldId="2147480139"/>
            <ac:spMk id="47" creationId="{8EAA47BB-BBF0-FA29-3878-AE2A2DDBFFAB}"/>
          </ac:spMkLst>
        </pc:spChg>
        <pc:spChg chg="mod">
          <ac:chgData name="Vivian Patricia Figueroa Aldana" userId="87576b1d-0af3-48c7-91e7-d5cbbe3449fe" providerId="ADAL" clId="{5FFC1C6A-F71E-4951-896C-9ABC1B42CFA1}" dt="2026-07-10T17:56:21.624" v="1864" actId="20577"/>
          <ac:spMkLst>
            <pc:docMk/>
            <pc:sldMk cId="71832631" sldId="2147480139"/>
            <ac:spMk id="48" creationId="{2A3E74C6-91A1-A56D-FDF3-5001034ABF06}"/>
          </ac:spMkLst>
        </pc:spChg>
        <pc:spChg chg="mod">
          <ac:chgData name="Vivian Patricia Figueroa Aldana" userId="87576b1d-0af3-48c7-91e7-d5cbbe3449fe" providerId="ADAL" clId="{5FFC1C6A-F71E-4951-896C-9ABC1B42CFA1}" dt="2026-07-10T17:34:13.115" v="1744" actId="207"/>
          <ac:spMkLst>
            <pc:docMk/>
            <pc:sldMk cId="71832631" sldId="2147480139"/>
            <ac:spMk id="49" creationId="{DA4591EE-79B5-7D7C-4373-8368556A2C50}"/>
          </ac:spMkLst>
        </pc:spChg>
        <pc:spChg chg="mod">
          <ac:chgData name="Vivian Patricia Figueroa Aldana" userId="87576b1d-0af3-48c7-91e7-d5cbbe3449fe" providerId="ADAL" clId="{5FFC1C6A-F71E-4951-896C-9ABC1B42CFA1}" dt="2026-07-10T17:25:08.535" v="1601" actId="1076"/>
          <ac:spMkLst>
            <pc:docMk/>
            <pc:sldMk cId="71832631" sldId="2147480139"/>
            <ac:spMk id="50" creationId="{EA1DD70F-F1EC-EA4C-15A6-698DD87CC517}"/>
          </ac:spMkLst>
        </pc:spChg>
        <pc:spChg chg="mod">
          <ac:chgData name="Vivian Patricia Figueroa Aldana" userId="87576b1d-0af3-48c7-91e7-d5cbbe3449fe" providerId="ADAL" clId="{5FFC1C6A-F71E-4951-896C-9ABC1B42CFA1}" dt="2026-07-10T17:34:19.657" v="1746" actId="207"/>
          <ac:spMkLst>
            <pc:docMk/>
            <pc:sldMk cId="71832631" sldId="2147480139"/>
            <ac:spMk id="51" creationId="{C5F818B9-8E7D-2372-86C4-CBB551AC95CE}"/>
          </ac:spMkLst>
        </pc:spChg>
        <pc:spChg chg="mod">
          <ac:chgData name="Vivian Patricia Figueroa Aldana" userId="87576b1d-0af3-48c7-91e7-d5cbbe3449fe" providerId="ADAL" clId="{5FFC1C6A-F71E-4951-896C-9ABC1B42CFA1}" dt="2026-07-10T17:56:27.413" v="1873" actId="20577"/>
          <ac:spMkLst>
            <pc:docMk/>
            <pc:sldMk cId="71832631" sldId="2147480139"/>
            <ac:spMk id="52" creationId="{93A832FE-8221-EBDF-8840-C9CF57B403B2}"/>
          </ac:spMkLst>
        </pc:spChg>
        <pc:spChg chg="mod topLvl">
          <ac:chgData name="Vivian Patricia Figueroa Aldana" userId="87576b1d-0af3-48c7-91e7-d5cbbe3449fe" providerId="ADAL" clId="{5FFC1C6A-F71E-4951-896C-9ABC1B42CFA1}" dt="2026-07-10T17:54:43.292" v="1807" actId="790"/>
          <ac:spMkLst>
            <pc:docMk/>
            <pc:sldMk cId="71832631" sldId="2147480139"/>
            <ac:spMk id="54" creationId="{1381BB9B-D7D9-0C55-0F61-35BCA1258205}"/>
          </ac:spMkLst>
        </pc:spChg>
        <pc:spChg chg="del mod topLvl">
          <ac:chgData name="Vivian Patricia Figueroa Aldana" userId="87576b1d-0af3-48c7-91e7-d5cbbe3449fe" providerId="ADAL" clId="{5FFC1C6A-F71E-4951-896C-9ABC1B42CFA1}" dt="2026-07-10T16:57:35.952" v="1126" actId="478"/>
          <ac:spMkLst>
            <pc:docMk/>
            <pc:sldMk cId="71832631" sldId="2147480139"/>
            <ac:spMk id="55" creationId="{1597611F-6303-C05F-C990-65398CBF5F7E}"/>
          </ac:spMkLst>
        </pc:spChg>
        <pc:spChg chg="add del">
          <ac:chgData name="Vivian Patricia Figueroa Aldana" userId="87576b1d-0af3-48c7-91e7-d5cbbe3449fe" providerId="ADAL" clId="{5FFC1C6A-F71E-4951-896C-9ABC1B42CFA1}" dt="2026-07-10T17:25:09.044" v="1602" actId="22"/>
          <ac:spMkLst>
            <pc:docMk/>
            <pc:sldMk cId="71832631" sldId="2147480139"/>
            <ac:spMk id="57" creationId="{6E8162C7-AFC1-EC56-4CAC-8C79CA0CEA42}"/>
          </ac:spMkLst>
        </pc:spChg>
        <pc:spChg chg="add del mod">
          <ac:chgData name="Vivian Patricia Figueroa Aldana" userId="87576b1d-0af3-48c7-91e7-d5cbbe3449fe" providerId="ADAL" clId="{5FFC1C6A-F71E-4951-896C-9ABC1B42CFA1}" dt="2026-07-10T17:27:23.048" v="1734" actId="478"/>
          <ac:spMkLst>
            <pc:docMk/>
            <pc:sldMk cId="71832631" sldId="2147480139"/>
            <ac:spMk id="59" creationId="{30896D09-93CA-875F-0622-42EEF665CFE4}"/>
          </ac:spMkLst>
        </pc:spChg>
        <pc:spChg chg="add del mod">
          <ac:chgData name="Vivian Patricia Figueroa Aldana" userId="87576b1d-0af3-48c7-91e7-d5cbbe3449fe" providerId="ADAL" clId="{5FFC1C6A-F71E-4951-896C-9ABC1B42CFA1}" dt="2026-07-10T17:26:58.532" v="1723" actId="478"/>
          <ac:spMkLst>
            <pc:docMk/>
            <pc:sldMk cId="71832631" sldId="2147480139"/>
            <ac:spMk id="61" creationId="{4109A2AF-ABE5-5C32-7623-4234AE50EB38}"/>
          </ac:spMkLst>
        </pc:spChg>
        <pc:spChg chg="add del mod">
          <ac:chgData name="Vivian Patricia Figueroa Aldana" userId="87576b1d-0af3-48c7-91e7-d5cbbe3449fe" providerId="ADAL" clId="{5FFC1C6A-F71E-4951-896C-9ABC1B42CFA1}" dt="2026-07-10T17:26:38.227" v="1696" actId="22"/>
          <ac:spMkLst>
            <pc:docMk/>
            <pc:sldMk cId="71832631" sldId="2147480139"/>
            <ac:spMk id="63" creationId="{E9C7FC9A-C41E-0D28-F2F8-F17B3BE75178}"/>
          </ac:spMkLst>
        </pc:spChg>
        <pc:spChg chg="mod">
          <ac:chgData name="Vivian Patricia Figueroa Aldana" userId="87576b1d-0af3-48c7-91e7-d5cbbe3449fe" providerId="ADAL" clId="{5FFC1C6A-F71E-4951-896C-9ABC1B42CFA1}" dt="2026-07-10T18:06:03.249" v="2016"/>
          <ac:spMkLst>
            <pc:docMk/>
            <pc:sldMk cId="71832631" sldId="2147480139"/>
            <ac:spMk id="67" creationId="{3E1A7491-D88F-C7C5-0AAA-CC39DDCA7142}"/>
          </ac:spMkLst>
        </pc:spChg>
        <pc:spChg chg="mod">
          <ac:chgData name="Vivian Patricia Figueroa Aldana" userId="87576b1d-0af3-48c7-91e7-d5cbbe3449fe" providerId="ADAL" clId="{5FFC1C6A-F71E-4951-896C-9ABC1B42CFA1}" dt="2026-07-10T18:06:03.249" v="2016"/>
          <ac:spMkLst>
            <pc:docMk/>
            <pc:sldMk cId="71832631" sldId="2147480139"/>
            <ac:spMk id="68" creationId="{99CB3023-3C7A-2244-7898-1D132B4ED93A}"/>
          </ac:spMkLst>
        </pc:spChg>
        <pc:spChg chg="del mod topLvl">
          <ac:chgData name="Vivian Patricia Figueroa Aldana" userId="87576b1d-0af3-48c7-91e7-d5cbbe3449fe" providerId="ADAL" clId="{5FFC1C6A-F71E-4951-896C-9ABC1B42CFA1}" dt="2026-07-10T18:06:21.845" v="2021" actId="478"/>
          <ac:spMkLst>
            <pc:docMk/>
            <pc:sldMk cId="71832631" sldId="2147480139"/>
            <ac:spMk id="70" creationId="{DB766A1C-04DA-D915-39BB-6449046740D8}"/>
          </ac:spMkLst>
        </pc:spChg>
        <pc:spChg chg="mod topLvl">
          <ac:chgData name="Vivian Patricia Figueroa Aldana" userId="87576b1d-0af3-48c7-91e7-d5cbbe3449fe" providerId="ADAL" clId="{5FFC1C6A-F71E-4951-896C-9ABC1B42CFA1}" dt="2026-07-10T18:06:38.573" v="2025" actId="1076"/>
          <ac:spMkLst>
            <pc:docMk/>
            <pc:sldMk cId="71832631" sldId="2147480139"/>
            <ac:spMk id="71" creationId="{AF683B19-D75E-CAE4-51B3-955C2128AAD6}"/>
          </ac:spMkLst>
        </pc:spChg>
        <pc:spChg chg="del mod topLvl">
          <ac:chgData name="Vivian Patricia Figueroa Aldana" userId="87576b1d-0af3-48c7-91e7-d5cbbe3449fe" providerId="ADAL" clId="{5FFC1C6A-F71E-4951-896C-9ABC1B42CFA1}" dt="2026-07-10T18:09:16.864" v="2105" actId="478"/>
          <ac:spMkLst>
            <pc:docMk/>
            <pc:sldMk cId="71832631" sldId="2147480139"/>
            <ac:spMk id="73" creationId="{799752BC-D4DB-A901-E58E-4F7ABBC83286}"/>
          </ac:spMkLst>
        </pc:spChg>
        <pc:spChg chg="mod topLvl">
          <ac:chgData name="Vivian Patricia Figueroa Aldana" userId="87576b1d-0af3-48c7-91e7-d5cbbe3449fe" providerId="ADAL" clId="{5FFC1C6A-F71E-4951-896C-9ABC1B42CFA1}" dt="2026-07-10T18:09:29.767" v="2108" actId="1076"/>
          <ac:spMkLst>
            <pc:docMk/>
            <pc:sldMk cId="71832631" sldId="2147480139"/>
            <ac:spMk id="74" creationId="{376AEB9A-336D-514E-2AED-732D311591A6}"/>
          </ac:spMkLst>
        </pc:spChg>
        <pc:grpChg chg="mod">
          <ac:chgData name="Vivian Patricia Figueroa Aldana" userId="87576b1d-0af3-48c7-91e7-d5cbbe3449fe" providerId="ADAL" clId="{5FFC1C6A-F71E-4951-896C-9ABC1B42CFA1}" dt="2026-07-10T16:53:18.950" v="1089" actId="14100"/>
          <ac:grpSpMkLst>
            <pc:docMk/>
            <pc:sldMk cId="71832631" sldId="2147480139"/>
            <ac:grpSpMk id="10" creationId="{D10D3808-8BCC-7C49-265B-2E888D4D6083}"/>
          </ac:grpSpMkLst>
        </pc:grpChg>
        <pc:grpChg chg="mod">
          <ac:chgData name="Vivian Patricia Figueroa Aldana" userId="87576b1d-0af3-48c7-91e7-d5cbbe3449fe" providerId="ADAL" clId="{5FFC1C6A-F71E-4951-896C-9ABC1B42CFA1}" dt="2026-07-10T16:57:15.596" v="1120" actId="1076"/>
          <ac:grpSpMkLst>
            <pc:docMk/>
            <pc:sldMk cId="71832631" sldId="2147480139"/>
            <ac:grpSpMk id="17" creationId="{424D0D6B-A6EA-9C70-025D-435E1680749B}"/>
          </ac:grpSpMkLst>
        </pc:grpChg>
        <pc:grpChg chg="mod">
          <ac:chgData name="Vivian Patricia Figueroa Aldana" userId="87576b1d-0af3-48c7-91e7-d5cbbe3449fe" providerId="ADAL" clId="{5FFC1C6A-F71E-4951-896C-9ABC1B42CFA1}" dt="2026-07-10T17:27:49.235" v="1739" actId="1076"/>
          <ac:grpSpMkLst>
            <pc:docMk/>
            <pc:sldMk cId="71832631" sldId="2147480139"/>
            <ac:grpSpMk id="24" creationId="{6DD63CBC-8C53-48EC-4B7B-95915BA6711F}"/>
          </ac:grpSpMkLst>
        </pc:grpChg>
        <pc:grpChg chg="add mod">
          <ac:chgData name="Vivian Patricia Figueroa Aldana" userId="87576b1d-0af3-48c7-91e7-d5cbbe3449fe" providerId="ADAL" clId="{5FFC1C6A-F71E-4951-896C-9ABC1B42CFA1}" dt="2026-07-10T16:42:50.510" v="937" actId="1076"/>
          <ac:grpSpMkLst>
            <pc:docMk/>
            <pc:sldMk cId="71832631" sldId="2147480139"/>
            <ac:grpSpMk id="30" creationId="{0F5A4B5F-EEF5-0444-9ACF-44415C740E84}"/>
          </ac:grpSpMkLst>
        </pc:grpChg>
        <pc:grpChg chg="mod">
          <ac:chgData name="Vivian Patricia Figueroa Aldana" userId="87576b1d-0af3-48c7-91e7-d5cbbe3449fe" providerId="ADAL" clId="{5FFC1C6A-F71E-4951-896C-9ABC1B42CFA1}" dt="2026-07-10T16:42:50.510" v="937" actId="1076"/>
          <ac:grpSpMkLst>
            <pc:docMk/>
            <pc:sldMk cId="71832631" sldId="2147480139"/>
            <ac:grpSpMk id="31" creationId="{B5E4C1C9-7687-D14C-2482-1317BC1D3633}"/>
          </ac:grpSpMkLst>
        </pc:grpChg>
        <pc:grpChg chg="mod">
          <ac:chgData name="Vivian Patricia Figueroa Aldana" userId="87576b1d-0af3-48c7-91e7-d5cbbe3449fe" providerId="ADAL" clId="{5FFC1C6A-F71E-4951-896C-9ABC1B42CFA1}" dt="2026-07-10T17:24:57.268" v="1599" actId="1076"/>
          <ac:grpSpMkLst>
            <pc:docMk/>
            <pc:sldMk cId="71832631" sldId="2147480139"/>
            <ac:grpSpMk id="33" creationId="{14876B28-DA7F-24CC-2F92-DA3E2E4F1B01}"/>
          </ac:grpSpMkLst>
        </pc:grpChg>
        <pc:grpChg chg="add del mod">
          <ac:chgData name="Vivian Patricia Figueroa Aldana" userId="87576b1d-0af3-48c7-91e7-d5cbbe3449fe" providerId="ADAL" clId="{5FFC1C6A-F71E-4951-896C-9ABC1B42CFA1}" dt="2026-07-10T16:57:24.517" v="1122" actId="165"/>
          <ac:grpSpMkLst>
            <pc:docMk/>
            <pc:sldMk cId="71832631" sldId="2147480139"/>
            <ac:grpSpMk id="53" creationId="{DBF20F9F-1C4B-BD60-E425-E73F5415EA22}"/>
          </ac:grpSpMkLst>
        </pc:grpChg>
        <pc:grpChg chg="add mod">
          <ac:chgData name="Vivian Patricia Figueroa Aldana" userId="87576b1d-0af3-48c7-91e7-d5cbbe3449fe" providerId="ADAL" clId="{5FFC1C6A-F71E-4951-896C-9ABC1B42CFA1}" dt="2026-07-10T18:06:03.249" v="2016"/>
          <ac:grpSpMkLst>
            <pc:docMk/>
            <pc:sldMk cId="71832631" sldId="2147480139"/>
            <ac:grpSpMk id="66" creationId="{D4E6DE68-49D5-8E4E-C3E7-7F7F1F6AD7CB}"/>
          </ac:grpSpMkLst>
        </pc:grpChg>
        <pc:grpChg chg="add del mod">
          <ac:chgData name="Vivian Patricia Figueroa Aldana" userId="87576b1d-0af3-48c7-91e7-d5cbbe3449fe" providerId="ADAL" clId="{5FFC1C6A-F71E-4951-896C-9ABC1B42CFA1}" dt="2026-07-10T18:06:17.414" v="2019" actId="165"/>
          <ac:grpSpMkLst>
            <pc:docMk/>
            <pc:sldMk cId="71832631" sldId="2147480139"/>
            <ac:grpSpMk id="69" creationId="{752A175D-B75D-CA12-469A-181EC5BCCE70}"/>
          </ac:grpSpMkLst>
        </pc:grpChg>
        <pc:grpChg chg="add del mod">
          <ac:chgData name="Vivian Patricia Figueroa Aldana" userId="87576b1d-0af3-48c7-91e7-d5cbbe3449fe" providerId="ADAL" clId="{5FFC1C6A-F71E-4951-896C-9ABC1B42CFA1}" dt="2026-07-10T18:09:11.005" v="2103" actId="165"/>
          <ac:grpSpMkLst>
            <pc:docMk/>
            <pc:sldMk cId="71832631" sldId="2147480139"/>
            <ac:grpSpMk id="72" creationId="{129DC90A-E079-4405-8586-98EA37C3FF54}"/>
          </ac:grpSpMkLst>
        </pc:grpChg>
        <pc:picChg chg="add mod">
          <ac:chgData name="Vivian Patricia Figueroa Aldana" userId="87576b1d-0af3-48c7-91e7-d5cbbe3449fe" providerId="ADAL" clId="{5FFC1C6A-F71E-4951-896C-9ABC1B42CFA1}" dt="2026-07-10T17:33:31.016" v="1743" actId="1037"/>
          <ac:picMkLst>
            <pc:docMk/>
            <pc:sldMk cId="71832631" sldId="2147480139"/>
            <ac:picMk id="65" creationId="{439F2124-DA52-DD7F-7AE6-4962A72C04B5}"/>
          </ac:picMkLst>
        </pc:picChg>
      </pc:sldChg>
      <pc:sldMasterChg chg="delSldLayout">
        <pc:chgData name="Vivian Patricia Figueroa Aldana" userId="87576b1d-0af3-48c7-91e7-d5cbbe3449fe" providerId="ADAL" clId="{5FFC1C6A-F71E-4951-896C-9ABC1B42CFA1}" dt="2026-07-10T18:10:56.005" v="2177" actId="47"/>
        <pc:sldMasterMkLst>
          <pc:docMk/>
          <pc:sldMasterMk cId="1826161352" sldId="2147483669"/>
        </pc:sldMasterMkLst>
        <pc:sldLayoutChg chg="del">
          <pc:chgData name="Vivian Patricia Figueroa Aldana" userId="87576b1d-0af3-48c7-91e7-d5cbbe3449fe" providerId="ADAL" clId="{5FFC1C6A-F71E-4951-896C-9ABC1B42CFA1}" dt="2026-07-10T18:10:56.005" v="2177" actId="47"/>
          <pc:sldLayoutMkLst>
            <pc:docMk/>
            <pc:sldMasterMk cId="1826161352" sldId="2147483669"/>
            <pc:sldLayoutMk cId="2865512403" sldId="2147483757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A902DF-5D32-40A6-9F57-A27660DF8E95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GT"/>
        </a:p>
      </dgm:t>
    </dgm:pt>
    <dgm:pt modelId="{C57871E8-BE8D-40A5-B4FF-F74F3BB087EC}">
      <dgm:prSet phldrT="[Texto]" phldr="0" custT="1"/>
      <dgm:spPr/>
      <dgm:t>
        <a:bodyPr/>
        <a:lstStyle/>
        <a:p>
          <a:r>
            <a:rPr lang="es-ES" sz="1400" dirty="0"/>
            <a:t>Vacante </a:t>
          </a:r>
          <a:endParaRPr lang="es-GT" sz="1400" dirty="0"/>
        </a:p>
      </dgm:t>
    </dgm:pt>
    <dgm:pt modelId="{CEBD6700-10A9-4E3F-8FCE-58B3F13BC198}" type="parTrans" cxnId="{5A8C0DB0-3E1A-456E-A9C3-67EA6B7C6AE1}">
      <dgm:prSet/>
      <dgm:spPr/>
      <dgm:t>
        <a:bodyPr/>
        <a:lstStyle/>
        <a:p>
          <a:endParaRPr lang="es-GT" sz="3200"/>
        </a:p>
      </dgm:t>
    </dgm:pt>
    <dgm:pt modelId="{36431008-7811-44D5-BD5B-F0473F1B56A5}" type="sibTrans" cxnId="{5A8C0DB0-3E1A-456E-A9C3-67EA6B7C6AE1}">
      <dgm:prSet/>
      <dgm:spPr/>
      <dgm:t>
        <a:bodyPr/>
        <a:lstStyle/>
        <a:p>
          <a:endParaRPr lang="es-GT" sz="3200"/>
        </a:p>
      </dgm:t>
    </dgm:pt>
    <dgm:pt modelId="{11BFF425-895F-4E49-A5C6-A565589AE63D}">
      <dgm:prSet phldrT="[Texto]" phldr="0" custT="1"/>
      <dgm:spPr/>
      <dgm:t>
        <a:bodyPr/>
        <a:lstStyle/>
        <a:p>
          <a:r>
            <a:rPr lang="es-ES" sz="1400" dirty="0"/>
            <a:t>Requisición de personal autorizada </a:t>
          </a:r>
          <a:endParaRPr lang="es-GT" sz="1400" dirty="0"/>
        </a:p>
      </dgm:t>
    </dgm:pt>
    <dgm:pt modelId="{390E3543-123A-42A4-BE61-A7B03D23F8A8}" type="parTrans" cxnId="{D92B630F-7FB2-4FF0-8999-568D213DAE15}">
      <dgm:prSet/>
      <dgm:spPr/>
      <dgm:t>
        <a:bodyPr/>
        <a:lstStyle/>
        <a:p>
          <a:endParaRPr lang="es-GT" sz="3200"/>
        </a:p>
      </dgm:t>
    </dgm:pt>
    <dgm:pt modelId="{1404E3A8-6059-413F-8493-E9EAE9866CB4}" type="sibTrans" cxnId="{D92B630F-7FB2-4FF0-8999-568D213DAE15}">
      <dgm:prSet/>
      <dgm:spPr/>
      <dgm:t>
        <a:bodyPr/>
        <a:lstStyle/>
        <a:p>
          <a:endParaRPr lang="es-GT" sz="3200"/>
        </a:p>
      </dgm:t>
    </dgm:pt>
    <dgm:pt modelId="{CEB9905C-93FA-439D-98A6-ADEB5B392C02}">
      <dgm:prSet phldrT="[Texto]" phldr="0" custT="1"/>
      <dgm:spPr/>
      <dgm:t>
        <a:bodyPr/>
        <a:lstStyle/>
        <a:p>
          <a:r>
            <a:rPr lang="es-ES" sz="1400" dirty="0"/>
            <a:t>Descripción del puesto </a:t>
          </a:r>
          <a:endParaRPr lang="es-GT" sz="1400" dirty="0"/>
        </a:p>
      </dgm:t>
    </dgm:pt>
    <dgm:pt modelId="{CAD795AF-F7DF-4619-A186-A0903C50D11D}" type="parTrans" cxnId="{1DD45C56-CA4B-43DA-9281-6F8283C95928}">
      <dgm:prSet/>
      <dgm:spPr/>
      <dgm:t>
        <a:bodyPr/>
        <a:lstStyle/>
        <a:p>
          <a:endParaRPr lang="es-GT" sz="3200"/>
        </a:p>
      </dgm:t>
    </dgm:pt>
    <dgm:pt modelId="{F8271F23-8352-4F73-8D0B-6754132E59DA}" type="sibTrans" cxnId="{1DD45C56-CA4B-43DA-9281-6F8283C95928}">
      <dgm:prSet/>
      <dgm:spPr/>
      <dgm:t>
        <a:bodyPr/>
        <a:lstStyle/>
        <a:p>
          <a:endParaRPr lang="es-GT" sz="3200"/>
        </a:p>
      </dgm:t>
    </dgm:pt>
    <dgm:pt modelId="{5F39C5E8-C352-4EC6-813B-156883A29E1E}">
      <dgm:prSet phldrT="[Texto]" phldr="0" custT="1"/>
      <dgm:spPr/>
      <dgm:t>
        <a:bodyPr/>
        <a:lstStyle/>
        <a:p>
          <a:r>
            <a:rPr lang="es-ES" sz="1400" dirty="0"/>
            <a:t>Convocatoria y llamada </a:t>
          </a:r>
          <a:endParaRPr lang="es-GT" sz="1400" dirty="0"/>
        </a:p>
      </dgm:t>
    </dgm:pt>
    <dgm:pt modelId="{1DFB519E-4AE0-460F-9D5C-A523C9F9A6C9}" type="parTrans" cxnId="{5D41CAEE-831B-4A43-B243-C54DE25C6EEE}">
      <dgm:prSet/>
      <dgm:spPr/>
      <dgm:t>
        <a:bodyPr/>
        <a:lstStyle/>
        <a:p>
          <a:endParaRPr lang="es-GT" sz="3200"/>
        </a:p>
      </dgm:t>
    </dgm:pt>
    <dgm:pt modelId="{E21930E4-7F91-4DC3-9258-415B9B82266B}" type="sibTrans" cxnId="{5D41CAEE-831B-4A43-B243-C54DE25C6EEE}">
      <dgm:prSet/>
      <dgm:spPr/>
      <dgm:t>
        <a:bodyPr/>
        <a:lstStyle/>
        <a:p>
          <a:endParaRPr lang="es-GT" sz="3200"/>
        </a:p>
      </dgm:t>
    </dgm:pt>
    <dgm:pt modelId="{4D95841A-8E2E-471C-9EFC-2BEE18D6BA5C}">
      <dgm:prSet phldrT="[Texto]" phldr="0" custT="1"/>
      <dgm:spPr/>
      <dgm:t>
        <a:bodyPr/>
        <a:lstStyle/>
        <a:p>
          <a:r>
            <a:rPr lang="es-ES" sz="1400" dirty="0"/>
            <a:t>Canales: comunidades, portales de empleo, redes sociales. </a:t>
          </a:r>
          <a:endParaRPr lang="es-GT" sz="1400" dirty="0"/>
        </a:p>
      </dgm:t>
    </dgm:pt>
    <dgm:pt modelId="{4F9FA9EA-4CE3-4ED8-8D80-A290CCBD62D2}" type="parTrans" cxnId="{C654391E-E922-42D5-BEE3-FF14D9BDCF9E}">
      <dgm:prSet/>
      <dgm:spPr/>
      <dgm:t>
        <a:bodyPr/>
        <a:lstStyle/>
        <a:p>
          <a:endParaRPr lang="es-GT" sz="3200"/>
        </a:p>
      </dgm:t>
    </dgm:pt>
    <dgm:pt modelId="{C649569D-BACB-49C1-B2C8-715006F71C3F}" type="sibTrans" cxnId="{C654391E-E922-42D5-BEE3-FF14D9BDCF9E}">
      <dgm:prSet/>
      <dgm:spPr/>
      <dgm:t>
        <a:bodyPr/>
        <a:lstStyle/>
        <a:p>
          <a:endParaRPr lang="es-GT" sz="3200"/>
        </a:p>
      </dgm:t>
    </dgm:pt>
    <dgm:pt modelId="{96B5BE0A-1ECA-4DA1-B940-F21F283F5985}">
      <dgm:prSet phldrT="[Texto]" phldr="0" custT="1"/>
      <dgm:spPr/>
      <dgm:t>
        <a:bodyPr/>
        <a:lstStyle/>
        <a:p>
          <a:r>
            <a:rPr lang="es-ES" sz="1400" dirty="0" err="1"/>
            <a:t>Pre-screening</a:t>
          </a:r>
          <a:r>
            <a:rPr lang="es-ES" sz="1400" dirty="0"/>
            <a:t> </a:t>
          </a:r>
          <a:endParaRPr lang="es-GT" sz="1400" dirty="0"/>
        </a:p>
      </dgm:t>
    </dgm:pt>
    <dgm:pt modelId="{2485A242-D962-47D4-B782-5725696F7F74}" type="parTrans" cxnId="{A2B0FFDD-A3AB-4281-AA9A-61D61B4AF87B}">
      <dgm:prSet/>
      <dgm:spPr/>
      <dgm:t>
        <a:bodyPr/>
        <a:lstStyle/>
        <a:p>
          <a:endParaRPr lang="es-GT" sz="3200"/>
        </a:p>
      </dgm:t>
    </dgm:pt>
    <dgm:pt modelId="{3E5F553B-6EED-4E50-AD64-A131CF5912FD}" type="sibTrans" cxnId="{A2B0FFDD-A3AB-4281-AA9A-61D61B4AF87B}">
      <dgm:prSet/>
      <dgm:spPr/>
      <dgm:t>
        <a:bodyPr/>
        <a:lstStyle/>
        <a:p>
          <a:endParaRPr lang="es-GT" sz="3200"/>
        </a:p>
      </dgm:t>
    </dgm:pt>
    <dgm:pt modelId="{5035EA56-033C-4B91-94A3-0F70D4B79B9E}">
      <dgm:prSet phldrT="[Texto]" phldr="0" custT="1"/>
      <dgm:spPr/>
      <dgm:t>
        <a:bodyPr/>
        <a:lstStyle/>
        <a:p>
          <a:r>
            <a:rPr lang="es-ES" sz="1400" dirty="0"/>
            <a:t>Revisión de requisitos menores </a:t>
          </a:r>
          <a:endParaRPr lang="es-GT" sz="1400" dirty="0"/>
        </a:p>
      </dgm:t>
    </dgm:pt>
    <dgm:pt modelId="{5CFDF351-CAB9-4C9F-A513-ED019DB44131}" type="parTrans" cxnId="{973FDD35-940C-4A56-8DAB-B0AFC57B9AF6}">
      <dgm:prSet/>
      <dgm:spPr/>
      <dgm:t>
        <a:bodyPr/>
        <a:lstStyle/>
        <a:p>
          <a:endParaRPr lang="es-GT" sz="3200"/>
        </a:p>
      </dgm:t>
    </dgm:pt>
    <dgm:pt modelId="{711C48A1-7AE5-45C2-8E8E-69DB7316DCA1}" type="sibTrans" cxnId="{973FDD35-940C-4A56-8DAB-B0AFC57B9AF6}">
      <dgm:prSet/>
      <dgm:spPr/>
      <dgm:t>
        <a:bodyPr/>
        <a:lstStyle/>
        <a:p>
          <a:endParaRPr lang="es-GT" sz="3200"/>
        </a:p>
      </dgm:t>
    </dgm:pt>
    <dgm:pt modelId="{BE1D4D56-4B78-4A88-BC24-DA6DF47790A2}">
      <dgm:prSet phldrT="[Texto]" phldr="0" custT="1"/>
      <dgm:spPr/>
      <dgm:t>
        <a:bodyPr/>
        <a:lstStyle/>
        <a:p>
          <a:r>
            <a:rPr lang="es-ES" sz="1400" dirty="0"/>
            <a:t>Recepción de </a:t>
          </a:r>
          <a:r>
            <a:rPr lang="es-ES" sz="1400" dirty="0" err="1"/>
            <a:t>curricula</a:t>
          </a:r>
          <a:r>
            <a:rPr lang="es-ES" sz="1400" dirty="0"/>
            <a:t> por el canal oficial. </a:t>
          </a:r>
          <a:endParaRPr lang="es-GT" sz="1400" dirty="0"/>
        </a:p>
      </dgm:t>
    </dgm:pt>
    <dgm:pt modelId="{999901E2-364D-4C88-BE10-9EFEFC1CDCAF}" type="parTrans" cxnId="{2A0E5D3D-3CCC-422A-99D0-C52B8A64F01A}">
      <dgm:prSet/>
      <dgm:spPr/>
      <dgm:t>
        <a:bodyPr/>
        <a:lstStyle/>
        <a:p>
          <a:endParaRPr lang="es-GT" sz="3200"/>
        </a:p>
      </dgm:t>
    </dgm:pt>
    <dgm:pt modelId="{CC3D7BE6-CDAF-4637-B153-CFD99FC77F83}" type="sibTrans" cxnId="{2A0E5D3D-3CCC-422A-99D0-C52B8A64F01A}">
      <dgm:prSet/>
      <dgm:spPr/>
      <dgm:t>
        <a:bodyPr/>
        <a:lstStyle/>
        <a:p>
          <a:endParaRPr lang="es-GT" sz="3200"/>
        </a:p>
      </dgm:t>
    </dgm:pt>
    <dgm:pt modelId="{41287EE0-DB2E-4D7A-BFD5-DE3712F90A6C}">
      <dgm:prSet phldrT="[Texto]" phldr="0" custT="1"/>
      <dgm:spPr/>
      <dgm:t>
        <a:bodyPr/>
        <a:lstStyle/>
        <a:p>
          <a:r>
            <a:rPr lang="es-ES" sz="1400" dirty="0"/>
            <a:t>Primer filtro para entrevista preliminar </a:t>
          </a:r>
          <a:endParaRPr lang="es-GT" sz="1400" dirty="0"/>
        </a:p>
      </dgm:t>
    </dgm:pt>
    <dgm:pt modelId="{2FC9CECA-2838-4B02-8C53-FFD36E576986}" type="parTrans" cxnId="{803C2DD1-55D4-4316-A5AF-2AB580E37D58}">
      <dgm:prSet/>
      <dgm:spPr/>
      <dgm:t>
        <a:bodyPr/>
        <a:lstStyle/>
        <a:p>
          <a:endParaRPr lang="es-GT" sz="3200"/>
        </a:p>
      </dgm:t>
    </dgm:pt>
    <dgm:pt modelId="{A2C33254-C91B-47FB-9A6B-E0EC3AD63160}" type="sibTrans" cxnId="{803C2DD1-55D4-4316-A5AF-2AB580E37D58}">
      <dgm:prSet/>
      <dgm:spPr/>
      <dgm:t>
        <a:bodyPr/>
        <a:lstStyle/>
        <a:p>
          <a:endParaRPr lang="es-GT" sz="3200"/>
        </a:p>
      </dgm:t>
    </dgm:pt>
    <dgm:pt modelId="{0E06F34F-0688-4152-B2E4-5AE5648B6184}">
      <dgm:prSet custT="1"/>
      <dgm:spPr/>
      <dgm:t>
        <a:bodyPr/>
        <a:lstStyle/>
        <a:p>
          <a:r>
            <a:rPr lang="es-ES" sz="1400" dirty="0"/>
            <a:t>Entrevista con RRHH </a:t>
          </a:r>
          <a:endParaRPr lang="es-GT" sz="1400" dirty="0"/>
        </a:p>
      </dgm:t>
    </dgm:pt>
    <dgm:pt modelId="{0A1AB347-5F43-450C-A7C6-C96CD7752400}" type="parTrans" cxnId="{05CEF0EB-D045-42E0-A062-87C8AE7D7996}">
      <dgm:prSet/>
      <dgm:spPr/>
      <dgm:t>
        <a:bodyPr/>
        <a:lstStyle/>
        <a:p>
          <a:endParaRPr lang="es-GT" sz="3200"/>
        </a:p>
      </dgm:t>
    </dgm:pt>
    <dgm:pt modelId="{D94EAD1A-5A64-4D78-ADC8-09167CF7B5B2}" type="sibTrans" cxnId="{05CEF0EB-D045-42E0-A062-87C8AE7D7996}">
      <dgm:prSet/>
      <dgm:spPr/>
      <dgm:t>
        <a:bodyPr/>
        <a:lstStyle/>
        <a:p>
          <a:endParaRPr lang="es-GT" sz="3200"/>
        </a:p>
      </dgm:t>
    </dgm:pt>
    <dgm:pt modelId="{7429DDBB-B9FD-4D58-8C25-BEB3A451AC9D}">
      <dgm:prSet custT="1"/>
      <dgm:spPr/>
      <dgm:t>
        <a:bodyPr/>
        <a:lstStyle/>
        <a:p>
          <a:r>
            <a:rPr lang="es-ES" sz="1400" dirty="0"/>
            <a:t>Entrevista con Líder </a:t>
          </a:r>
          <a:endParaRPr lang="es-GT" sz="1400" dirty="0"/>
        </a:p>
      </dgm:t>
    </dgm:pt>
    <dgm:pt modelId="{17A7BBAD-6C2A-44E7-8BB9-C0B6D4EA255A}" type="parTrans" cxnId="{8716751C-869A-4FEC-B6B8-AE665E0AD29C}">
      <dgm:prSet/>
      <dgm:spPr/>
      <dgm:t>
        <a:bodyPr/>
        <a:lstStyle/>
        <a:p>
          <a:endParaRPr lang="es-GT" sz="3200"/>
        </a:p>
      </dgm:t>
    </dgm:pt>
    <dgm:pt modelId="{E93EFDE6-C909-4E4E-818B-E4B91C006B05}" type="sibTrans" cxnId="{8716751C-869A-4FEC-B6B8-AE665E0AD29C}">
      <dgm:prSet/>
      <dgm:spPr/>
      <dgm:t>
        <a:bodyPr/>
        <a:lstStyle/>
        <a:p>
          <a:endParaRPr lang="es-GT" sz="3200"/>
        </a:p>
      </dgm:t>
    </dgm:pt>
    <dgm:pt modelId="{0A0D4206-8121-4BEB-9A85-4BC234058143}">
      <dgm:prSet custT="1"/>
      <dgm:spPr/>
      <dgm:t>
        <a:bodyPr/>
        <a:lstStyle/>
        <a:p>
          <a:r>
            <a:rPr lang="es-ES" sz="1400"/>
            <a:t>Evaluación de competencias generales y la profundidad se hará según la posición </a:t>
          </a:r>
          <a:endParaRPr lang="es-GT" sz="1400" dirty="0"/>
        </a:p>
      </dgm:t>
    </dgm:pt>
    <dgm:pt modelId="{C2DA82B0-5FB1-4268-9BDF-2D5A8679A69E}" type="parTrans" cxnId="{18A0A51C-3564-4090-88CB-B53599733482}">
      <dgm:prSet/>
      <dgm:spPr/>
      <dgm:t>
        <a:bodyPr/>
        <a:lstStyle/>
        <a:p>
          <a:endParaRPr lang="es-GT" sz="3200"/>
        </a:p>
      </dgm:t>
    </dgm:pt>
    <dgm:pt modelId="{21B5BFAE-C657-422C-89AA-FC78E7420A10}" type="sibTrans" cxnId="{18A0A51C-3564-4090-88CB-B53599733482}">
      <dgm:prSet/>
      <dgm:spPr/>
      <dgm:t>
        <a:bodyPr/>
        <a:lstStyle/>
        <a:p>
          <a:endParaRPr lang="es-GT" sz="3200"/>
        </a:p>
      </dgm:t>
    </dgm:pt>
    <dgm:pt modelId="{6130AD30-183A-4A8A-9C57-A1706373B207}">
      <dgm:prSet custT="1"/>
      <dgm:spPr/>
      <dgm:t>
        <a:bodyPr/>
        <a:lstStyle/>
        <a:p>
          <a:r>
            <a:rPr lang="es-ES" sz="1400" dirty="0"/>
            <a:t>Evaluación de competencias técnicas y conocimientos específicos </a:t>
          </a:r>
          <a:endParaRPr lang="es-GT" sz="1400" dirty="0"/>
        </a:p>
      </dgm:t>
    </dgm:pt>
    <dgm:pt modelId="{7E983ADA-A060-4D90-9A2F-04C99923AFCD}" type="parTrans" cxnId="{7A1E4EF1-4FBF-4E38-B90E-5C6BAFE67732}">
      <dgm:prSet/>
      <dgm:spPr/>
      <dgm:t>
        <a:bodyPr/>
        <a:lstStyle/>
        <a:p>
          <a:endParaRPr lang="es-GT" sz="3200"/>
        </a:p>
      </dgm:t>
    </dgm:pt>
    <dgm:pt modelId="{B3EB357D-46A1-4F34-8750-6F46315EF4BD}" type="sibTrans" cxnId="{7A1E4EF1-4FBF-4E38-B90E-5C6BAFE67732}">
      <dgm:prSet/>
      <dgm:spPr/>
      <dgm:t>
        <a:bodyPr/>
        <a:lstStyle/>
        <a:p>
          <a:endParaRPr lang="es-GT" sz="3200"/>
        </a:p>
      </dgm:t>
    </dgm:pt>
    <dgm:pt modelId="{D61B6CAC-8671-41C5-9EE9-E031A93AE256}" type="pres">
      <dgm:prSet presAssocID="{90A902DF-5D32-40A6-9F57-A27660DF8E95}" presName="Name0" presStyleCnt="0">
        <dgm:presLayoutVars>
          <dgm:dir/>
          <dgm:animLvl val="lvl"/>
          <dgm:resizeHandles val="exact"/>
        </dgm:presLayoutVars>
      </dgm:prSet>
      <dgm:spPr/>
    </dgm:pt>
    <dgm:pt modelId="{FFCFBB93-5864-4509-A422-BD1023022B4B}" type="pres">
      <dgm:prSet presAssocID="{C57871E8-BE8D-40A5-B4FF-F74F3BB087EC}" presName="composite" presStyleCnt="0"/>
      <dgm:spPr/>
    </dgm:pt>
    <dgm:pt modelId="{5919AD31-C8B8-4E8A-878A-C5A8BC3F048B}" type="pres">
      <dgm:prSet presAssocID="{C57871E8-BE8D-40A5-B4FF-F74F3BB087EC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A1742414-DD44-43E1-BC10-BD886B8CE785}" type="pres">
      <dgm:prSet presAssocID="{C57871E8-BE8D-40A5-B4FF-F74F3BB087EC}" presName="desTx" presStyleLbl="alignAccFollowNode1" presStyleIdx="0" presStyleCnt="5">
        <dgm:presLayoutVars>
          <dgm:bulletEnabled val="1"/>
        </dgm:presLayoutVars>
      </dgm:prSet>
      <dgm:spPr/>
    </dgm:pt>
    <dgm:pt modelId="{45A7B88F-1123-49FF-9022-53D68438BF25}" type="pres">
      <dgm:prSet presAssocID="{36431008-7811-44D5-BD5B-F0473F1B56A5}" presName="space" presStyleCnt="0"/>
      <dgm:spPr/>
    </dgm:pt>
    <dgm:pt modelId="{9E2C04AE-51EC-4E2A-A140-BFBF33D5E5A2}" type="pres">
      <dgm:prSet presAssocID="{5F39C5E8-C352-4EC6-813B-156883A29E1E}" presName="composite" presStyleCnt="0"/>
      <dgm:spPr/>
    </dgm:pt>
    <dgm:pt modelId="{480CABA3-EFE6-4C18-A9CE-90A6104B21D3}" type="pres">
      <dgm:prSet presAssocID="{5F39C5E8-C352-4EC6-813B-156883A29E1E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085C180D-77B4-4149-A036-36E67B33B3B2}" type="pres">
      <dgm:prSet presAssocID="{5F39C5E8-C352-4EC6-813B-156883A29E1E}" presName="desTx" presStyleLbl="alignAccFollowNode1" presStyleIdx="1" presStyleCnt="5">
        <dgm:presLayoutVars>
          <dgm:bulletEnabled val="1"/>
        </dgm:presLayoutVars>
      </dgm:prSet>
      <dgm:spPr/>
    </dgm:pt>
    <dgm:pt modelId="{A6540760-EE56-45F6-A247-969867A1A5CB}" type="pres">
      <dgm:prSet presAssocID="{E21930E4-7F91-4DC3-9258-415B9B82266B}" presName="space" presStyleCnt="0"/>
      <dgm:spPr/>
    </dgm:pt>
    <dgm:pt modelId="{D7072BAE-A587-4C34-9B4E-AC265926FBBA}" type="pres">
      <dgm:prSet presAssocID="{96B5BE0A-1ECA-4DA1-B940-F21F283F5985}" presName="composite" presStyleCnt="0"/>
      <dgm:spPr/>
    </dgm:pt>
    <dgm:pt modelId="{836969EA-2B85-4EB7-A6CF-655E9724F609}" type="pres">
      <dgm:prSet presAssocID="{96B5BE0A-1ECA-4DA1-B940-F21F283F5985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68F1FD82-702E-42E8-8EE0-D75C63A67D53}" type="pres">
      <dgm:prSet presAssocID="{96B5BE0A-1ECA-4DA1-B940-F21F283F5985}" presName="desTx" presStyleLbl="alignAccFollowNode1" presStyleIdx="2" presStyleCnt="5">
        <dgm:presLayoutVars>
          <dgm:bulletEnabled val="1"/>
        </dgm:presLayoutVars>
      </dgm:prSet>
      <dgm:spPr/>
    </dgm:pt>
    <dgm:pt modelId="{09EF5831-C909-425C-BB80-94A64475E510}" type="pres">
      <dgm:prSet presAssocID="{3E5F553B-6EED-4E50-AD64-A131CF5912FD}" presName="space" presStyleCnt="0"/>
      <dgm:spPr/>
    </dgm:pt>
    <dgm:pt modelId="{C5E5553D-6D17-4FF1-8DFD-7116D739F94E}" type="pres">
      <dgm:prSet presAssocID="{0E06F34F-0688-4152-B2E4-5AE5648B6184}" presName="composite" presStyleCnt="0"/>
      <dgm:spPr/>
    </dgm:pt>
    <dgm:pt modelId="{FBA0A963-A4CE-4CEA-9DB1-56DC831388C8}" type="pres">
      <dgm:prSet presAssocID="{0E06F34F-0688-4152-B2E4-5AE5648B6184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2638B625-4320-4F41-BF25-1DB28AADC41B}" type="pres">
      <dgm:prSet presAssocID="{0E06F34F-0688-4152-B2E4-5AE5648B6184}" presName="desTx" presStyleLbl="alignAccFollowNode1" presStyleIdx="3" presStyleCnt="5">
        <dgm:presLayoutVars>
          <dgm:bulletEnabled val="1"/>
        </dgm:presLayoutVars>
      </dgm:prSet>
      <dgm:spPr/>
    </dgm:pt>
    <dgm:pt modelId="{ED2D5BD1-00D8-4DBC-B4F3-36C27BACD000}" type="pres">
      <dgm:prSet presAssocID="{D94EAD1A-5A64-4D78-ADC8-09167CF7B5B2}" presName="space" presStyleCnt="0"/>
      <dgm:spPr/>
    </dgm:pt>
    <dgm:pt modelId="{962DCE48-3C18-4AE4-97B3-2896EA2FD2E0}" type="pres">
      <dgm:prSet presAssocID="{7429DDBB-B9FD-4D58-8C25-BEB3A451AC9D}" presName="composite" presStyleCnt="0"/>
      <dgm:spPr/>
    </dgm:pt>
    <dgm:pt modelId="{E1D69524-EFDE-4CEC-BCE8-60F35992F0DC}" type="pres">
      <dgm:prSet presAssocID="{7429DDBB-B9FD-4D58-8C25-BEB3A451AC9D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C956B8F4-6B81-4BE1-AE57-A9FEFFDC2B4D}" type="pres">
      <dgm:prSet presAssocID="{7429DDBB-B9FD-4D58-8C25-BEB3A451AC9D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07D8810B-91FA-49B4-989B-D882E1BA96A4}" type="presOf" srcId="{C57871E8-BE8D-40A5-B4FF-F74F3BB087EC}" destId="{5919AD31-C8B8-4E8A-878A-C5A8BC3F048B}" srcOrd="0" destOrd="0" presId="urn:microsoft.com/office/officeart/2005/8/layout/hList1"/>
    <dgm:cxn modelId="{D92B630F-7FB2-4FF0-8999-568D213DAE15}" srcId="{C57871E8-BE8D-40A5-B4FF-F74F3BB087EC}" destId="{11BFF425-895F-4E49-A5C6-A565589AE63D}" srcOrd="0" destOrd="0" parTransId="{390E3543-123A-42A4-BE61-A7B03D23F8A8}" sibTransId="{1404E3A8-6059-413F-8493-E9EAE9866CB4}"/>
    <dgm:cxn modelId="{8716751C-869A-4FEC-B6B8-AE665E0AD29C}" srcId="{90A902DF-5D32-40A6-9F57-A27660DF8E95}" destId="{7429DDBB-B9FD-4D58-8C25-BEB3A451AC9D}" srcOrd="4" destOrd="0" parTransId="{17A7BBAD-6C2A-44E7-8BB9-C0B6D4EA255A}" sibTransId="{E93EFDE6-C909-4E4E-818B-E4B91C006B05}"/>
    <dgm:cxn modelId="{18A0A51C-3564-4090-88CB-B53599733482}" srcId="{0E06F34F-0688-4152-B2E4-5AE5648B6184}" destId="{0A0D4206-8121-4BEB-9A85-4BC234058143}" srcOrd="0" destOrd="0" parTransId="{C2DA82B0-5FB1-4268-9BDF-2D5A8679A69E}" sibTransId="{21B5BFAE-C657-422C-89AA-FC78E7420A10}"/>
    <dgm:cxn modelId="{C654391E-E922-42D5-BEE3-FF14D9BDCF9E}" srcId="{5F39C5E8-C352-4EC6-813B-156883A29E1E}" destId="{4D95841A-8E2E-471C-9EFC-2BEE18D6BA5C}" srcOrd="0" destOrd="0" parTransId="{4F9FA9EA-4CE3-4ED8-8D80-A290CCBD62D2}" sibTransId="{C649569D-BACB-49C1-B2C8-715006F71C3F}"/>
    <dgm:cxn modelId="{973FDD35-940C-4A56-8DAB-B0AFC57B9AF6}" srcId="{96B5BE0A-1ECA-4DA1-B940-F21F283F5985}" destId="{5035EA56-033C-4B91-94A3-0F70D4B79B9E}" srcOrd="0" destOrd="0" parTransId="{5CFDF351-CAB9-4C9F-A513-ED019DB44131}" sibTransId="{711C48A1-7AE5-45C2-8E8E-69DB7316DCA1}"/>
    <dgm:cxn modelId="{2A0E5D3D-3CCC-422A-99D0-C52B8A64F01A}" srcId="{5F39C5E8-C352-4EC6-813B-156883A29E1E}" destId="{BE1D4D56-4B78-4A88-BC24-DA6DF47790A2}" srcOrd="1" destOrd="0" parTransId="{999901E2-364D-4C88-BE10-9EFEFC1CDCAF}" sibTransId="{CC3D7BE6-CDAF-4637-B153-CFD99FC77F83}"/>
    <dgm:cxn modelId="{D34A6162-7FEB-4A42-8AAA-3B535B9A04B4}" type="presOf" srcId="{90A902DF-5D32-40A6-9F57-A27660DF8E95}" destId="{D61B6CAC-8671-41C5-9EE9-E031A93AE256}" srcOrd="0" destOrd="0" presId="urn:microsoft.com/office/officeart/2005/8/layout/hList1"/>
    <dgm:cxn modelId="{B61D944B-98D5-41CD-9513-11FF9EBDFEBE}" type="presOf" srcId="{0E06F34F-0688-4152-B2E4-5AE5648B6184}" destId="{FBA0A963-A4CE-4CEA-9DB1-56DC831388C8}" srcOrd="0" destOrd="0" presId="urn:microsoft.com/office/officeart/2005/8/layout/hList1"/>
    <dgm:cxn modelId="{C97AF951-C118-4808-B191-3B391EE226F9}" type="presOf" srcId="{CEB9905C-93FA-439D-98A6-ADEB5B392C02}" destId="{A1742414-DD44-43E1-BC10-BD886B8CE785}" srcOrd="0" destOrd="1" presId="urn:microsoft.com/office/officeart/2005/8/layout/hList1"/>
    <dgm:cxn modelId="{1DD45C56-CA4B-43DA-9281-6F8283C95928}" srcId="{C57871E8-BE8D-40A5-B4FF-F74F3BB087EC}" destId="{CEB9905C-93FA-439D-98A6-ADEB5B392C02}" srcOrd="1" destOrd="0" parTransId="{CAD795AF-F7DF-4619-A186-A0903C50D11D}" sibTransId="{F8271F23-8352-4F73-8D0B-6754132E59DA}"/>
    <dgm:cxn modelId="{16335F84-77CE-4E89-8F9E-BFFCC8791A0C}" type="presOf" srcId="{5035EA56-033C-4B91-94A3-0F70D4B79B9E}" destId="{68F1FD82-702E-42E8-8EE0-D75C63A67D53}" srcOrd="0" destOrd="0" presId="urn:microsoft.com/office/officeart/2005/8/layout/hList1"/>
    <dgm:cxn modelId="{8B640089-79DE-4925-869D-40E48F7D5809}" type="presOf" srcId="{0A0D4206-8121-4BEB-9A85-4BC234058143}" destId="{2638B625-4320-4F41-BF25-1DB28AADC41B}" srcOrd="0" destOrd="0" presId="urn:microsoft.com/office/officeart/2005/8/layout/hList1"/>
    <dgm:cxn modelId="{C4DB1F97-F5DD-4E60-ABC4-8462692DF89A}" type="presOf" srcId="{7429DDBB-B9FD-4D58-8C25-BEB3A451AC9D}" destId="{E1D69524-EFDE-4CEC-BCE8-60F35992F0DC}" srcOrd="0" destOrd="0" presId="urn:microsoft.com/office/officeart/2005/8/layout/hList1"/>
    <dgm:cxn modelId="{56FD7CA3-4276-4AA1-A24C-5E9132A99BCA}" type="presOf" srcId="{41287EE0-DB2E-4D7A-BFD5-DE3712F90A6C}" destId="{68F1FD82-702E-42E8-8EE0-D75C63A67D53}" srcOrd="0" destOrd="1" presId="urn:microsoft.com/office/officeart/2005/8/layout/hList1"/>
    <dgm:cxn modelId="{FAA732A9-FFC8-4D40-957A-B3419DA7604B}" type="presOf" srcId="{96B5BE0A-1ECA-4DA1-B940-F21F283F5985}" destId="{836969EA-2B85-4EB7-A6CF-655E9724F609}" srcOrd="0" destOrd="0" presId="urn:microsoft.com/office/officeart/2005/8/layout/hList1"/>
    <dgm:cxn modelId="{5A8C0DB0-3E1A-456E-A9C3-67EA6B7C6AE1}" srcId="{90A902DF-5D32-40A6-9F57-A27660DF8E95}" destId="{C57871E8-BE8D-40A5-B4FF-F74F3BB087EC}" srcOrd="0" destOrd="0" parTransId="{CEBD6700-10A9-4E3F-8FCE-58B3F13BC198}" sibTransId="{36431008-7811-44D5-BD5B-F0473F1B56A5}"/>
    <dgm:cxn modelId="{60D78DB0-5A48-4C7B-A6B3-E726CEA423AD}" type="presOf" srcId="{6130AD30-183A-4A8A-9C57-A1706373B207}" destId="{C956B8F4-6B81-4BE1-AE57-A9FEFFDC2B4D}" srcOrd="0" destOrd="0" presId="urn:microsoft.com/office/officeart/2005/8/layout/hList1"/>
    <dgm:cxn modelId="{803C2DD1-55D4-4316-A5AF-2AB580E37D58}" srcId="{96B5BE0A-1ECA-4DA1-B940-F21F283F5985}" destId="{41287EE0-DB2E-4D7A-BFD5-DE3712F90A6C}" srcOrd="1" destOrd="0" parTransId="{2FC9CECA-2838-4B02-8C53-FFD36E576986}" sibTransId="{A2C33254-C91B-47FB-9A6B-E0EC3AD63160}"/>
    <dgm:cxn modelId="{CA36FED4-6B32-4C59-BACE-BFF61EF6D2EF}" type="presOf" srcId="{4D95841A-8E2E-471C-9EFC-2BEE18D6BA5C}" destId="{085C180D-77B4-4149-A036-36E67B33B3B2}" srcOrd="0" destOrd="0" presId="urn:microsoft.com/office/officeart/2005/8/layout/hList1"/>
    <dgm:cxn modelId="{A2B0FFDD-A3AB-4281-AA9A-61D61B4AF87B}" srcId="{90A902DF-5D32-40A6-9F57-A27660DF8E95}" destId="{96B5BE0A-1ECA-4DA1-B940-F21F283F5985}" srcOrd="2" destOrd="0" parTransId="{2485A242-D962-47D4-B782-5725696F7F74}" sibTransId="{3E5F553B-6EED-4E50-AD64-A131CF5912FD}"/>
    <dgm:cxn modelId="{E462A6DF-E062-4CB2-B790-3DB935AF2E6D}" type="presOf" srcId="{5F39C5E8-C352-4EC6-813B-156883A29E1E}" destId="{480CABA3-EFE6-4C18-A9CE-90A6104B21D3}" srcOrd="0" destOrd="0" presId="urn:microsoft.com/office/officeart/2005/8/layout/hList1"/>
    <dgm:cxn modelId="{05CEF0EB-D045-42E0-A062-87C8AE7D7996}" srcId="{90A902DF-5D32-40A6-9F57-A27660DF8E95}" destId="{0E06F34F-0688-4152-B2E4-5AE5648B6184}" srcOrd="3" destOrd="0" parTransId="{0A1AB347-5F43-450C-A7C6-C96CD7752400}" sibTransId="{D94EAD1A-5A64-4D78-ADC8-09167CF7B5B2}"/>
    <dgm:cxn modelId="{F4ACB8ED-FFFF-4723-8C9E-D8F07190AA59}" type="presOf" srcId="{BE1D4D56-4B78-4A88-BC24-DA6DF47790A2}" destId="{085C180D-77B4-4149-A036-36E67B33B3B2}" srcOrd="0" destOrd="1" presId="urn:microsoft.com/office/officeart/2005/8/layout/hList1"/>
    <dgm:cxn modelId="{5D41CAEE-831B-4A43-B243-C54DE25C6EEE}" srcId="{90A902DF-5D32-40A6-9F57-A27660DF8E95}" destId="{5F39C5E8-C352-4EC6-813B-156883A29E1E}" srcOrd="1" destOrd="0" parTransId="{1DFB519E-4AE0-460F-9D5C-A523C9F9A6C9}" sibTransId="{E21930E4-7F91-4DC3-9258-415B9B82266B}"/>
    <dgm:cxn modelId="{0113F8EE-F733-4078-B6ED-9C6EB50A680B}" type="presOf" srcId="{11BFF425-895F-4E49-A5C6-A565589AE63D}" destId="{A1742414-DD44-43E1-BC10-BD886B8CE785}" srcOrd="0" destOrd="0" presId="urn:microsoft.com/office/officeart/2005/8/layout/hList1"/>
    <dgm:cxn modelId="{7A1E4EF1-4FBF-4E38-B90E-5C6BAFE67732}" srcId="{7429DDBB-B9FD-4D58-8C25-BEB3A451AC9D}" destId="{6130AD30-183A-4A8A-9C57-A1706373B207}" srcOrd="0" destOrd="0" parTransId="{7E983ADA-A060-4D90-9A2F-04C99923AFCD}" sibTransId="{B3EB357D-46A1-4F34-8750-6F46315EF4BD}"/>
    <dgm:cxn modelId="{FA75D0BD-BE0A-4FAC-A1C8-AFB828FCE3BD}" type="presParOf" srcId="{D61B6CAC-8671-41C5-9EE9-E031A93AE256}" destId="{FFCFBB93-5864-4509-A422-BD1023022B4B}" srcOrd="0" destOrd="0" presId="urn:microsoft.com/office/officeart/2005/8/layout/hList1"/>
    <dgm:cxn modelId="{EF99FD19-D2BD-408C-8E67-4046D662BBE7}" type="presParOf" srcId="{FFCFBB93-5864-4509-A422-BD1023022B4B}" destId="{5919AD31-C8B8-4E8A-878A-C5A8BC3F048B}" srcOrd="0" destOrd="0" presId="urn:microsoft.com/office/officeart/2005/8/layout/hList1"/>
    <dgm:cxn modelId="{C3AAB789-D1BE-4FE2-9874-590E518F7094}" type="presParOf" srcId="{FFCFBB93-5864-4509-A422-BD1023022B4B}" destId="{A1742414-DD44-43E1-BC10-BD886B8CE785}" srcOrd="1" destOrd="0" presId="urn:microsoft.com/office/officeart/2005/8/layout/hList1"/>
    <dgm:cxn modelId="{18A5C4BE-0A21-4552-BDDC-C997926E621A}" type="presParOf" srcId="{D61B6CAC-8671-41C5-9EE9-E031A93AE256}" destId="{45A7B88F-1123-49FF-9022-53D68438BF25}" srcOrd="1" destOrd="0" presId="urn:microsoft.com/office/officeart/2005/8/layout/hList1"/>
    <dgm:cxn modelId="{C355430A-7652-4CDC-AD81-242687A51D1C}" type="presParOf" srcId="{D61B6CAC-8671-41C5-9EE9-E031A93AE256}" destId="{9E2C04AE-51EC-4E2A-A140-BFBF33D5E5A2}" srcOrd="2" destOrd="0" presId="urn:microsoft.com/office/officeart/2005/8/layout/hList1"/>
    <dgm:cxn modelId="{BF4B17A8-E22B-4ED4-B8D2-03E9217FD6D2}" type="presParOf" srcId="{9E2C04AE-51EC-4E2A-A140-BFBF33D5E5A2}" destId="{480CABA3-EFE6-4C18-A9CE-90A6104B21D3}" srcOrd="0" destOrd="0" presId="urn:microsoft.com/office/officeart/2005/8/layout/hList1"/>
    <dgm:cxn modelId="{4893DFFB-E003-4755-820A-B41C34B8C2A0}" type="presParOf" srcId="{9E2C04AE-51EC-4E2A-A140-BFBF33D5E5A2}" destId="{085C180D-77B4-4149-A036-36E67B33B3B2}" srcOrd="1" destOrd="0" presId="urn:microsoft.com/office/officeart/2005/8/layout/hList1"/>
    <dgm:cxn modelId="{3FAE4517-A806-4938-A746-EBD865C79A1D}" type="presParOf" srcId="{D61B6CAC-8671-41C5-9EE9-E031A93AE256}" destId="{A6540760-EE56-45F6-A247-969867A1A5CB}" srcOrd="3" destOrd="0" presId="urn:microsoft.com/office/officeart/2005/8/layout/hList1"/>
    <dgm:cxn modelId="{7A0F39EB-1E3F-4FF1-A1AE-F80C8A7EDDDE}" type="presParOf" srcId="{D61B6CAC-8671-41C5-9EE9-E031A93AE256}" destId="{D7072BAE-A587-4C34-9B4E-AC265926FBBA}" srcOrd="4" destOrd="0" presId="urn:microsoft.com/office/officeart/2005/8/layout/hList1"/>
    <dgm:cxn modelId="{0D4142C7-61A0-4EA2-8B94-EC62BFCE943D}" type="presParOf" srcId="{D7072BAE-A587-4C34-9B4E-AC265926FBBA}" destId="{836969EA-2B85-4EB7-A6CF-655E9724F609}" srcOrd="0" destOrd="0" presId="urn:microsoft.com/office/officeart/2005/8/layout/hList1"/>
    <dgm:cxn modelId="{F3886D61-38CB-4458-AD49-595507798672}" type="presParOf" srcId="{D7072BAE-A587-4C34-9B4E-AC265926FBBA}" destId="{68F1FD82-702E-42E8-8EE0-D75C63A67D53}" srcOrd="1" destOrd="0" presId="urn:microsoft.com/office/officeart/2005/8/layout/hList1"/>
    <dgm:cxn modelId="{46A7A918-B646-4CE0-898A-D623D067A2DA}" type="presParOf" srcId="{D61B6CAC-8671-41C5-9EE9-E031A93AE256}" destId="{09EF5831-C909-425C-BB80-94A64475E510}" srcOrd="5" destOrd="0" presId="urn:microsoft.com/office/officeart/2005/8/layout/hList1"/>
    <dgm:cxn modelId="{92AE9D7A-9EA6-48C1-9104-186EF375C045}" type="presParOf" srcId="{D61B6CAC-8671-41C5-9EE9-E031A93AE256}" destId="{C5E5553D-6D17-4FF1-8DFD-7116D739F94E}" srcOrd="6" destOrd="0" presId="urn:microsoft.com/office/officeart/2005/8/layout/hList1"/>
    <dgm:cxn modelId="{3B6E9816-3BE3-4C75-8BE7-076C160C0773}" type="presParOf" srcId="{C5E5553D-6D17-4FF1-8DFD-7116D739F94E}" destId="{FBA0A963-A4CE-4CEA-9DB1-56DC831388C8}" srcOrd="0" destOrd="0" presId="urn:microsoft.com/office/officeart/2005/8/layout/hList1"/>
    <dgm:cxn modelId="{DA495591-87DD-4A8C-AF4C-9767E3569C8B}" type="presParOf" srcId="{C5E5553D-6D17-4FF1-8DFD-7116D739F94E}" destId="{2638B625-4320-4F41-BF25-1DB28AADC41B}" srcOrd="1" destOrd="0" presId="urn:microsoft.com/office/officeart/2005/8/layout/hList1"/>
    <dgm:cxn modelId="{C61154C6-7C01-4538-9783-95066335A521}" type="presParOf" srcId="{D61B6CAC-8671-41C5-9EE9-E031A93AE256}" destId="{ED2D5BD1-00D8-4DBC-B4F3-36C27BACD000}" srcOrd="7" destOrd="0" presId="urn:microsoft.com/office/officeart/2005/8/layout/hList1"/>
    <dgm:cxn modelId="{9FFF620D-49DC-43E9-B388-B84754126498}" type="presParOf" srcId="{D61B6CAC-8671-41C5-9EE9-E031A93AE256}" destId="{962DCE48-3C18-4AE4-97B3-2896EA2FD2E0}" srcOrd="8" destOrd="0" presId="urn:microsoft.com/office/officeart/2005/8/layout/hList1"/>
    <dgm:cxn modelId="{6E962C57-56B1-49EC-9CA7-BF7E893A51AA}" type="presParOf" srcId="{962DCE48-3C18-4AE4-97B3-2896EA2FD2E0}" destId="{E1D69524-EFDE-4CEC-BCE8-60F35992F0DC}" srcOrd="0" destOrd="0" presId="urn:microsoft.com/office/officeart/2005/8/layout/hList1"/>
    <dgm:cxn modelId="{41E860B3-2682-4396-9AE2-2983A720FBA1}" type="presParOf" srcId="{962DCE48-3C18-4AE4-97B3-2896EA2FD2E0}" destId="{C956B8F4-6B81-4BE1-AE57-A9FEFFDC2B4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A902DF-5D32-40A6-9F57-A27660DF8E95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GT"/>
        </a:p>
      </dgm:t>
    </dgm:pt>
    <dgm:pt modelId="{C57871E8-BE8D-40A5-B4FF-F74F3BB087EC}">
      <dgm:prSet phldrT="[Texto]" phldr="0" custT="1"/>
      <dgm:spPr/>
      <dgm:t>
        <a:bodyPr/>
        <a:lstStyle/>
        <a:p>
          <a:r>
            <a:rPr lang="es-ES" sz="1400" dirty="0"/>
            <a:t>Vacante </a:t>
          </a:r>
          <a:endParaRPr lang="es-GT" sz="1400" dirty="0"/>
        </a:p>
      </dgm:t>
    </dgm:pt>
    <dgm:pt modelId="{CEBD6700-10A9-4E3F-8FCE-58B3F13BC198}" type="parTrans" cxnId="{5A8C0DB0-3E1A-456E-A9C3-67EA6B7C6AE1}">
      <dgm:prSet/>
      <dgm:spPr/>
      <dgm:t>
        <a:bodyPr/>
        <a:lstStyle/>
        <a:p>
          <a:endParaRPr lang="es-GT" sz="3200"/>
        </a:p>
      </dgm:t>
    </dgm:pt>
    <dgm:pt modelId="{36431008-7811-44D5-BD5B-F0473F1B56A5}" type="sibTrans" cxnId="{5A8C0DB0-3E1A-456E-A9C3-67EA6B7C6AE1}">
      <dgm:prSet/>
      <dgm:spPr/>
      <dgm:t>
        <a:bodyPr/>
        <a:lstStyle/>
        <a:p>
          <a:endParaRPr lang="es-GT" sz="3200"/>
        </a:p>
      </dgm:t>
    </dgm:pt>
    <dgm:pt modelId="{11BFF425-895F-4E49-A5C6-A565589AE63D}">
      <dgm:prSet phldrT="[Texto]" phldr="0" custT="1"/>
      <dgm:spPr/>
      <dgm:t>
        <a:bodyPr/>
        <a:lstStyle/>
        <a:p>
          <a:r>
            <a:rPr lang="es-GT" sz="1400" dirty="0"/>
            <a:t>Outlook </a:t>
          </a:r>
        </a:p>
      </dgm:t>
    </dgm:pt>
    <dgm:pt modelId="{390E3543-123A-42A4-BE61-A7B03D23F8A8}" type="parTrans" cxnId="{D92B630F-7FB2-4FF0-8999-568D213DAE15}">
      <dgm:prSet/>
      <dgm:spPr/>
      <dgm:t>
        <a:bodyPr/>
        <a:lstStyle/>
        <a:p>
          <a:endParaRPr lang="es-GT" sz="3200"/>
        </a:p>
      </dgm:t>
    </dgm:pt>
    <dgm:pt modelId="{1404E3A8-6059-413F-8493-E9EAE9866CB4}" type="sibTrans" cxnId="{D92B630F-7FB2-4FF0-8999-568D213DAE15}">
      <dgm:prSet/>
      <dgm:spPr/>
      <dgm:t>
        <a:bodyPr/>
        <a:lstStyle/>
        <a:p>
          <a:endParaRPr lang="es-GT" sz="3200"/>
        </a:p>
      </dgm:t>
    </dgm:pt>
    <dgm:pt modelId="{5F39C5E8-C352-4EC6-813B-156883A29E1E}">
      <dgm:prSet phldrT="[Texto]" phldr="0" custT="1"/>
      <dgm:spPr/>
      <dgm:t>
        <a:bodyPr/>
        <a:lstStyle/>
        <a:p>
          <a:r>
            <a:rPr lang="es-ES" sz="1400" dirty="0"/>
            <a:t>Convocatoria y llamada </a:t>
          </a:r>
          <a:endParaRPr lang="es-GT" sz="1400" dirty="0"/>
        </a:p>
      </dgm:t>
    </dgm:pt>
    <dgm:pt modelId="{1DFB519E-4AE0-460F-9D5C-A523C9F9A6C9}" type="parTrans" cxnId="{5D41CAEE-831B-4A43-B243-C54DE25C6EEE}">
      <dgm:prSet/>
      <dgm:spPr/>
      <dgm:t>
        <a:bodyPr/>
        <a:lstStyle/>
        <a:p>
          <a:endParaRPr lang="es-GT" sz="3200"/>
        </a:p>
      </dgm:t>
    </dgm:pt>
    <dgm:pt modelId="{E21930E4-7F91-4DC3-9258-415B9B82266B}" type="sibTrans" cxnId="{5D41CAEE-831B-4A43-B243-C54DE25C6EEE}">
      <dgm:prSet/>
      <dgm:spPr/>
      <dgm:t>
        <a:bodyPr/>
        <a:lstStyle/>
        <a:p>
          <a:endParaRPr lang="es-GT" sz="3200"/>
        </a:p>
      </dgm:t>
    </dgm:pt>
    <dgm:pt modelId="{4D95841A-8E2E-471C-9EFC-2BEE18D6BA5C}">
      <dgm:prSet phldrT="[Texto]" phldr="0" custT="1"/>
      <dgm:spPr/>
      <dgm:t>
        <a:bodyPr/>
        <a:lstStyle/>
        <a:p>
          <a:r>
            <a:rPr lang="es-GT" sz="1400" dirty="0"/>
            <a:t>Redes comunitarias </a:t>
          </a:r>
        </a:p>
      </dgm:t>
    </dgm:pt>
    <dgm:pt modelId="{4F9FA9EA-4CE3-4ED8-8D80-A290CCBD62D2}" type="parTrans" cxnId="{C654391E-E922-42D5-BEE3-FF14D9BDCF9E}">
      <dgm:prSet/>
      <dgm:spPr/>
      <dgm:t>
        <a:bodyPr/>
        <a:lstStyle/>
        <a:p>
          <a:endParaRPr lang="es-GT" sz="3200"/>
        </a:p>
      </dgm:t>
    </dgm:pt>
    <dgm:pt modelId="{C649569D-BACB-49C1-B2C8-715006F71C3F}" type="sibTrans" cxnId="{C654391E-E922-42D5-BEE3-FF14D9BDCF9E}">
      <dgm:prSet/>
      <dgm:spPr/>
      <dgm:t>
        <a:bodyPr/>
        <a:lstStyle/>
        <a:p>
          <a:endParaRPr lang="es-GT" sz="3200"/>
        </a:p>
      </dgm:t>
    </dgm:pt>
    <dgm:pt modelId="{96B5BE0A-1ECA-4DA1-B940-F21F283F5985}">
      <dgm:prSet phldrT="[Texto]" phldr="0" custT="1"/>
      <dgm:spPr/>
      <dgm:t>
        <a:bodyPr/>
        <a:lstStyle/>
        <a:p>
          <a:r>
            <a:rPr lang="es-ES" sz="1400" dirty="0" err="1"/>
            <a:t>Pre-screening</a:t>
          </a:r>
          <a:r>
            <a:rPr lang="es-ES" sz="1400" dirty="0"/>
            <a:t> </a:t>
          </a:r>
          <a:endParaRPr lang="es-GT" sz="1400" dirty="0"/>
        </a:p>
      </dgm:t>
    </dgm:pt>
    <dgm:pt modelId="{2485A242-D962-47D4-B782-5725696F7F74}" type="parTrans" cxnId="{A2B0FFDD-A3AB-4281-AA9A-61D61B4AF87B}">
      <dgm:prSet/>
      <dgm:spPr/>
      <dgm:t>
        <a:bodyPr/>
        <a:lstStyle/>
        <a:p>
          <a:endParaRPr lang="es-GT" sz="3200"/>
        </a:p>
      </dgm:t>
    </dgm:pt>
    <dgm:pt modelId="{3E5F553B-6EED-4E50-AD64-A131CF5912FD}" type="sibTrans" cxnId="{A2B0FFDD-A3AB-4281-AA9A-61D61B4AF87B}">
      <dgm:prSet/>
      <dgm:spPr/>
      <dgm:t>
        <a:bodyPr/>
        <a:lstStyle/>
        <a:p>
          <a:endParaRPr lang="es-GT" sz="3200"/>
        </a:p>
      </dgm:t>
    </dgm:pt>
    <dgm:pt modelId="{5035EA56-033C-4B91-94A3-0F70D4B79B9E}">
      <dgm:prSet phldrT="[Texto]" phldr="0" custT="1"/>
      <dgm:spPr/>
      <dgm:t>
        <a:bodyPr/>
        <a:lstStyle/>
        <a:p>
          <a:r>
            <a:rPr lang="es-ES" sz="1400" dirty="0"/>
            <a:t>Outlook</a:t>
          </a:r>
          <a:endParaRPr lang="es-GT" sz="1400" dirty="0"/>
        </a:p>
      </dgm:t>
    </dgm:pt>
    <dgm:pt modelId="{5CFDF351-CAB9-4C9F-A513-ED019DB44131}" type="parTrans" cxnId="{973FDD35-940C-4A56-8DAB-B0AFC57B9AF6}">
      <dgm:prSet/>
      <dgm:spPr/>
      <dgm:t>
        <a:bodyPr/>
        <a:lstStyle/>
        <a:p>
          <a:endParaRPr lang="es-GT" sz="3200"/>
        </a:p>
      </dgm:t>
    </dgm:pt>
    <dgm:pt modelId="{711C48A1-7AE5-45C2-8E8E-69DB7316DCA1}" type="sibTrans" cxnId="{973FDD35-940C-4A56-8DAB-B0AFC57B9AF6}">
      <dgm:prSet/>
      <dgm:spPr/>
      <dgm:t>
        <a:bodyPr/>
        <a:lstStyle/>
        <a:p>
          <a:endParaRPr lang="es-GT" sz="3200"/>
        </a:p>
      </dgm:t>
    </dgm:pt>
    <dgm:pt modelId="{0E06F34F-0688-4152-B2E4-5AE5648B6184}">
      <dgm:prSet custT="1"/>
      <dgm:spPr/>
      <dgm:t>
        <a:bodyPr/>
        <a:lstStyle/>
        <a:p>
          <a:r>
            <a:rPr lang="es-ES" sz="1400" dirty="0"/>
            <a:t>Entrevista con RRHH </a:t>
          </a:r>
          <a:endParaRPr lang="es-GT" sz="1400" dirty="0"/>
        </a:p>
      </dgm:t>
    </dgm:pt>
    <dgm:pt modelId="{0A1AB347-5F43-450C-A7C6-C96CD7752400}" type="parTrans" cxnId="{05CEF0EB-D045-42E0-A062-87C8AE7D7996}">
      <dgm:prSet/>
      <dgm:spPr/>
      <dgm:t>
        <a:bodyPr/>
        <a:lstStyle/>
        <a:p>
          <a:endParaRPr lang="es-GT" sz="3200"/>
        </a:p>
      </dgm:t>
    </dgm:pt>
    <dgm:pt modelId="{D94EAD1A-5A64-4D78-ADC8-09167CF7B5B2}" type="sibTrans" cxnId="{05CEF0EB-D045-42E0-A062-87C8AE7D7996}">
      <dgm:prSet/>
      <dgm:spPr/>
      <dgm:t>
        <a:bodyPr/>
        <a:lstStyle/>
        <a:p>
          <a:endParaRPr lang="es-GT" sz="3200"/>
        </a:p>
      </dgm:t>
    </dgm:pt>
    <dgm:pt modelId="{7429DDBB-B9FD-4D58-8C25-BEB3A451AC9D}">
      <dgm:prSet custT="1"/>
      <dgm:spPr/>
      <dgm:t>
        <a:bodyPr/>
        <a:lstStyle/>
        <a:p>
          <a:r>
            <a:rPr lang="es-ES" sz="1400" dirty="0"/>
            <a:t>Entrevista con Líder </a:t>
          </a:r>
          <a:endParaRPr lang="es-GT" sz="1400" dirty="0"/>
        </a:p>
      </dgm:t>
    </dgm:pt>
    <dgm:pt modelId="{17A7BBAD-6C2A-44E7-8BB9-C0B6D4EA255A}" type="parTrans" cxnId="{8716751C-869A-4FEC-B6B8-AE665E0AD29C}">
      <dgm:prSet/>
      <dgm:spPr/>
      <dgm:t>
        <a:bodyPr/>
        <a:lstStyle/>
        <a:p>
          <a:endParaRPr lang="es-GT" sz="3200"/>
        </a:p>
      </dgm:t>
    </dgm:pt>
    <dgm:pt modelId="{E93EFDE6-C909-4E4E-818B-E4B91C006B05}" type="sibTrans" cxnId="{8716751C-869A-4FEC-B6B8-AE665E0AD29C}">
      <dgm:prSet/>
      <dgm:spPr/>
      <dgm:t>
        <a:bodyPr/>
        <a:lstStyle/>
        <a:p>
          <a:endParaRPr lang="es-GT" sz="3200"/>
        </a:p>
      </dgm:t>
    </dgm:pt>
    <dgm:pt modelId="{0A0D4206-8121-4BEB-9A85-4BC234058143}">
      <dgm:prSet custT="1"/>
      <dgm:spPr/>
      <dgm:t>
        <a:bodyPr/>
        <a:lstStyle/>
        <a:p>
          <a:r>
            <a:rPr lang="es-ES" sz="1400" dirty="0"/>
            <a:t>Microsoft</a:t>
          </a:r>
          <a:endParaRPr lang="es-GT" sz="1400" dirty="0"/>
        </a:p>
      </dgm:t>
    </dgm:pt>
    <dgm:pt modelId="{C2DA82B0-5FB1-4268-9BDF-2D5A8679A69E}" type="parTrans" cxnId="{18A0A51C-3564-4090-88CB-B53599733482}">
      <dgm:prSet/>
      <dgm:spPr/>
      <dgm:t>
        <a:bodyPr/>
        <a:lstStyle/>
        <a:p>
          <a:endParaRPr lang="es-GT" sz="3200"/>
        </a:p>
      </dgm:t>
    </dgm:pt>
    <dgm:pt modelId="{21B5BFAE-C657-422C-89AA-FC78E7420A10}" type="sibTrans" cxnId="{18A0A51C-3564-4090-88CB-B53599733482}">
      <dgm:prSet/>
      <dgm:spPr/>
      <dgm:t>
        <a:bodyPr/>
        <a:lstStyle/>
        <a:p>
          <a:endParaRPr lang="es-GT" sz="3200"/>
        </a:p>
      </dgm:t>
    </dgm:pt>
    <dgm:pt modelId="{6130AD30-183A-4A8A-9C57-A1706373B207}">
      <dgm:prSet custT="1"/>
      <dgm:spPr/>
      <dgm:t>
        <a:bodyPr/>
        <a:lstStyle/>
        <a:p>
          <a:r>
            <a:rPr lang="es-ES" sz="1400" dirty="0"/>
            <a:t>Outlook </a:t>
          </a:r>
          <a:endParaRPr lang="es-GT" sz="1400" dirty="0"/>
        </a:p>
      </dgm:t>
    </dgm:pt>
    <dgm:pt modelId="{7E983ADA-A060-4D90-9A2F-04C99923AFCD}" type="parTrans" cxnId="{7A1E4EF1-4FBF-4E38-B90E-5C6BAFE67732}">
      <dgm:prSet/>
      <dgm:spPr/>
      <dgm:t>
        <a:bodyPr/>
        <a:lstStyle/>
        <a:p>
          <a:endParaRPr lang="es-GT" sz="3200"/>
        </a:p>
      </dgm:t>
    </dgm:pt>
    <dgm:pt modelId="{B3EB357D-46A1-4F34-8750-6F46315EF4BD}" type="sibTrans" cxnId="{7A1E4EF1-4FBF-4E38-B90E-5C6BAFE67732}">
      <dgm:prSet/>
      <dgm:spPr/>
      <dgm:t>
        <a:bodyPr/>
        <a:lstStyle/>
        <a:p>
          <a:endParaRPr lang="es-GT" sz="3200"/>
        </a:p>
      </dgm:t>
    </dgm:pt>
    <dgm:pt modelId="{9984EC6D-9957-4C7E-92E1-1D0BBA8A3484}">
      <dgm:prSet phldrT="[Texto]" phldr="0" custT="1"/>
      <dgm:spPr/>
      <dgm:t>
        <a:bodyPr/>
        <a:lstStyle/>
        <a:p>
          <a:r>
            <a:rPr lang="es-ES" sz="1400" dirty="0"/>
            <a:t>Excel </a:t>
          </a:r>
          <a:endParaRPr lang="es-GT" sz="1400" dirty="0"/>
        </a:p>
      </dgm:t>
    </dgm:pt>
    <dgm:pt modelId="{132EBCFB-49D7-40CD-95BD-BDEF16D6781B}" type="parTrans" cxnId="{642155D0-85D7-4288-BF3A-0F08517317E8}">
      <dgm:prSet/>
      <dgm:spPr/>
      <dgm:t>
        <a:bodyPr/>
        <a:lstStyle/>
        <a:p>
          <a:endParaRPr lang="es-GT"/>
        </a:p>
      </dgm:t>
    </dgm:pt>
    <dgm:pt modelId="{DADD91A7-A1D7-4740-9402-FA36C9F9C405}" type="sibTrans" cxnId="{642155D0-85D7-4288-BF3A-0F08517317E8}">
      <dgm:prSet/>
      <dgm:spPr/>
      <dgm:t>
        <a:bodyPr/>
        <a:lstStyle/>
        <a:p>
          <a:endParaRPr lang="es-GT"/>
        </a:p>
      </dgm:t>
    </dgm:pt>
    <dgm:pt modelId="{65E1CA67-5C06-4E8F-B58D-E0FB3E5BF81D}">
      <dgm:prSet phldrT="[Texto]" phldr="0" custT="1"/>
      <dgm:spPr/>
      <dgm:t>
        <a:bodyPr/>
        <a:lstStyle/>
        <a:p>
          <a:r>
            <a:rPr lang="es-ES" sz="1400" dirty="0"/>
            <a:t>Redes Sociales</a:t>
          </a:r>
          <a:endParaRPr lang="es-GT" sz="1400" dirty="0"/>
        </a:p>
      </dgm:t>
    </dgm:pt>
    <dgm:pt modelId="{34CEE326-9895-4E72-9C69-BF961153E08D}" type="parTrans" cxnId="{0F547FBC-D50B-465A-833E-EAF7DE3E438C}">
      <dgm:prSet/>
      <dgm:spPr/>
      <dgm:t>
        <a:bodyPr/>
        <a:lstStyle/>
        <a:p>
          <a:endParaRPr lang="es-GT"/>
        </a:p>
      </dgm:t>
    </dgm:pt>
    <dgm:pt modelId="{4D2914ED-4120-430F-9A83-666499C88E97}" type="sibTrans" cxnId="{0F547FBC-D50B-465A-833E-EAF7DE3E438C}">
      <dgm:prSet/>
      <dgm:spPr/>
      <dgm:t>
        <a:bodyPr/>
        <a:lstStyle/>
        <a:p>
          <a:endParaRPr lang="es-GT"/>
        </a:p>
      </dgm:t>
    </dgm:pt>
    <dgm:pt modelId="{00D9DAF4-4B40-427C-A84E-66A317DFB073}">
      <dgm:prSet phldrT="[Texto]" phldr="0" custT="1"/>
      <dgm:spPr/>
      <dgm:t>
        <a:bodyPr/>
        <a:lstStyle/>
        <a:p>
          <a:r>
            <a:rPr lang="es-GT" sz="1400" dirty="0" err="1"/>
            <a:t>Pandape</a:t>
          </a:r>
          <a:endParaRPr lang="es-GT" sz="1400" dirty="0"/>
        </a:p>
      </dgm:t>
    </dgm:pt>
    <dgm:pt modelId="{1AD12AF7-AE09-4E75-AFFC-755725EE6AFB}" type="parTrans" cxnId="{6E632C4A-6B23-491F-8C8D-AE4D39863D8A}">
      <dgm:prSet/>
      <dgm:spPr/>
      <dgm:t>
        <a:bodyPr/>
        <a:lstStyle/>
        <a:p>
          <a:endParaRPr lang="es-GT"/>
        </a:p>
      </dgm:t>
    </dgm:pt>
    <dgm:pt modelId="{EDEAEBD5-EEC3-434F-A74B-9331E4F9CCA7}" type="sibTrans" cxnId="{6E632C4A-6B23-491F-8C8D-AE4D39863D8A}">
      <dgm:prSet/>
      <dgm:spPr/>
      <dgm:t>
        <a:bodyPr/>
        <a:lstStyle/>
        <a:p>
          <a:endParaRPr lang="es-GT"/>
        </a:p>
      </dgm:t>
    </dgm:pt>
    <dgm:pt modelId="{123BFCD3-5029-4901-A3BF-3B8FD87A2A0E}">
      <dgm:prSet phldrT="[Texto]" phldr="0" custT="1"/>
      <dgm:spPr/>
      <dgm:t>
        <a:bodyPr/>
        <a:lstStyle/>
        <a:p>
          <a:endParaRPr lang="es-GT" sz="1400" dirty="0"/>
        </a:p>
      </dgm:t>
    </dgm:pt>
    <dgm:pt modelId="{5C350C3D-3930-4A8E-8492-D871F7807B6C}" type="parTrans" cxnId="{BC98B2FA-96FD-4F0B-82B0-9ACF6B3A206D}">
      <dgm:prSet/>
      <dgm:spPr/>
      <dgm:t>
        <a:bodyPr/>
        <a:lstStyle/>
        <a:p>
          <a:endParaRPr lang="es-GT"/>
        </a:p>
      </dgm:t>
    </dgm:pt>
    <dgm:pt modelId="{D7CFCDD1-3D92-45DC-9D37-B9AC18E7A092}" type="sibTrans" cxnId="{BC98B2FA-96FD-4F0B-82B0-9ACF6B3A206D}">
      <dgm:prSet/>
      <dgm:spPr/>
      <dgm:t>
        <a:bodyPr/>
        <a:lstStyle/>
        <a:p>
          <a:endParaRPr lang="es-GT"/>
        </a:p>
      </dgm:t>
    </dgm:pt>
    <dgm:pt modelId="{ECBD300B-A2BA-4FE2-848B-C71ED105D1D9}">
      <dgm:prSet phldrT="[Texto]" phldr="0" custT="1"/>
      <dgm:spPr/>
      <dgm:t>
        <a:bodyPr/>
        <a:lstStyle/>
        <a:p>
          <a:r>
            <a:rPr lang="es-ES" sz="1400" dirty="0" err="1"/>
            <a:t>Docusing</a:t>
          </a:r>
          <a:endParaRPr lang="es-GT" sz="1400" dirty="0"/>
        </a:p>
      </dgm:t>
    </dgm:pt>
    <dgm:pt modelId="{F0A64706-38FD-4BFE-B09D-2EBAEB82E4EA}" type="parTrans" cxnId="{B30C70BC-CED2-460B-9FC7-5B18C17B587D}">
      <dgm:prSet/>
      <dgm:spPr/>
      <dgm:t>
        <a:bodyPr/>
        <a:lstStyle/>
        <a:p>
          <a:endParaRPr lang="es-GT"/>
        </a:p>
      </dgm:t>
    </dgm:pt>
    <dgm:pt modelId="{87F9D8CC-0C43-437B-A150-B521630A831E}" type="sibTrans" cxnId="{B30C70BC-CED2-460B-9FC7-5B18C17B587D}">
      <dgm:prSet/>
      <dgm:spPr/>
      <dgm:t>
        <a:bodyPr/>
        <a:lstStyle/>
        <a:p>
          <a:endParaRPr lang="es-GT"/>
        </a:p>
      </dgm:t>
    </dgm:pt>
    <dgm:pt modelId="{07CCEB19-7949-49AE-BA4D-221592D62FD6}">
      <dgm:prSet phldrT="[Texto]" phldr="0" custT="1"/>
      <dgm:spPr/>
      <dgm:t>
        <a:bodyPr/>
        <a:lstStyle/>
        <a:p>
          <a:r>
            <a:rPr lang="es-ES" sz="1400" dirty="0" err="1"/>
            <a:t>Whatsapp</a:t>
          </a:r>
          <a:endParaRPr lang="es-GT" sz="1400" dirty="0"/>
        </a:p>
      </dgm:t>
    </dgm:pt>
    <dgm:pt modelId="{83247616-72E7-4262-824D-BFA33C64FC57}" type="parTrans" cxnId="{09B42CAD-2CA0-47B6-8008-CF9153DC3B71}">
      <dgm:prSet/>
      <dgm:spPr/>
      <dgm:t>
        <a:bodyPr/>
        <a:lstStyle/>
        <a:p>
          <a:endParaRPr lang="es-GT"/>
        </a:p>
      </dgm:t>
    </dgm:pt>
    <dgm:pt modelId="{7DBB9168-4113-4E8D-AB50-9B7290CB6F3C}" type="sibTrans" cxnId="{09B42CAD-2CA0-47B6-8008-CF9153DC3B71}">
      <dgm:prSet/>
      <dgm:spPr/>
      <dgm:t>
        <a:bodyPr/>
        <a:lstStyle/>
        <a:p>
          <a:endParaRPr lang="es-GT"/>
        </a:p>
      </dgm:t>
    </dgm:pt>
    <dgm:pt modelId="{768E4140-2E8C-48CC-95C3-96625063A7C9}">
      <dgm:prSet phldrT="[Texto]" phldr="0" custT="1"/>
      <dgm:spPr/>
      <dgm:t>
        <a:bodyPr/>
        <a:lstStyle/>
        <a:p>
          <a:r>
            <a:rPr lang="es-ES" sz="1400" dirty="0" err="1"/>
            <a:t>Pandape</a:t>
          </a:r>
          <a:endParaRPr lang="es-GT" sz="1400" dirty="0"/>
        </a:p>
      </dgm:t>
    </dgm:pt>
    <dgm:pt modelId="{A3840280-996C-4B60-B35C-10CB90DB3393}" type="parTrans" cxnId="{D2E36A1E-F725-4B38-B4F1-46E2796119F1}">
      <dgm:prSet/>
      <dgm:spPr/>
      <dgm:t>
        <a:bodyPr/>
        <a:lstStyle/>
        <a:p>
          <a:endParaRPr lang="es-GT"/>
        </a:p>
      </dgm:t>
    </dgm:pt>
    <dgm:pt modelId="{52ECEB0D-1350-4732-A3D0-78638CDA1F1A}" type="sibTrans" cxnId="{D2E36A1E-F725-4B38-B4F1-46E2796119F1}">
      <dgm:prSet/>
      <dgm:spPr/>
      <dgm:t>
        <a:bodyPr/>
        <a:lstStyle/>
        <a:p>
          <a:endParaRPr lang="es-GT"/>
        </a:p>
      </dgm:t>
    </dgm:pt>
    <dgm:pt modelId="{52A4E6D7-9BD9-48EA-A826-777E059E3B91}">
      <dgm:prSet phldrT="[Texto]" phldr="0" custT="1"/>
      <dgm:spPr/>
      <dgm:t>
        <a:bodyPr/>
        <a:lstStyle/>
        <a:p>
          <a:endParaRPr lang="es-GT" sz="1400" dirty="0"/>
        </a:p>
      </dgm:t>
    </dgm:pt>
    <dgm:pt modelId="{551569D3-44A5-4627-8627-247AD3F6FBF2}" type="parTrans" cxnId="{F178E78A-E24E-4E20-B42D-BC1C3B1E8A46}">
      <dgm:prSet/>
      <dgm:spPr/>
      <dgm:t>
        <a:bodyPr/>
        <a:lstStyle/>
        <a:p>
          <a:endParaRPr lang="es-GT"/>
        </a:p>
      </dgm:t>
    </dgm:pt>
    <dgm:pt modelId="{A17B28C9-66AD-4CB3-909C-014A32A78C45}" type="sibTrans" cxnId="{F178E78A-E24E-4E20-B42D-BC1C3B1E8A46}">
      <dgm:prSet/>
      <dgm:spPr/>
      <dgm:t>
        <a:bodyPr/>
        <a:lstStyle/>
        <a:p>
          <a:endParaRPr lang="es-GT"/>
        </a:p>
      </dgm:t>
    </dgm:pt>
    <dgm:pt modelId="{07233E6D-AB98-4115-9716-5B9DDA94BDB4}">
      <dgm:prSet custT="1"/>
      <dgm:spPr/>
      <dgm:t>
        <a:bodyPr/>
        <a:lstStyle/>
        <a:p>
          <a:r>
            <a:rPr lang="es-ES" sz="1400" dirty="0"/>
            <a:t>Outlook</a:t>
          </a:r>
          <a:endParaRPr lang="es-GT" sz="1400" dirty="0"/>
        </a:p>
      </dgm:t>
    </dgm:pt>
    <dgm:pt modelId="{F62CD709-552A-414D-A264-DCC2101FEC73}" type="parTrans" cxnId="{40932240-BE22-4FE5-B9F4-BD5D226725F4}">
      <dgm:prSet/>
      <dgm:spPr/>
      <dgm:t>
        <a:bodyPr/>
        <a:lstStyle/>
        <a:p>
          <a:endParaRPr lang="es-GT"/>
        </a:p>
      </dgm:t>
    </dgm:pt>
    <dgm:pt modelId="{7E701CD2-CFDC-4E62-A224-BCCBD022F15C}" type="sibTrans" cxnId="{40932240-BE22-4FE5-B9F4-BD5D226725F4}">
      <dgm:prSet/>
      <dgm:spPr/>
      <dgm:t>
        <a:bodyPr/>
        <a:lstStyle/>
        <a:p>
          <a:endParaRPr lang="es-GT"/>
        </a:p>
      </dgm:t>
    </dgm:pt>
    <dgm:pt modelId="{5112540F-4120-4555-BFBE-2880D3AD7282}">
      <dgm:prSet custT="1"/>
      <dgm:spPr/>
      <dgm:t>
        <a:bodyPr/>
        <a:lstStyle/>
        <a:p>
          <a:endParaRPr lang="es-GT" sz="1400" dirty="0"/>
        </a:p>
      </dgm:t>
    </dgm:pt>
    <dgm:pt modelId="{D03F07A9-FD10-4E4C-94BF-0DBCF82B9034}" type="parTrans" cxnId="{6092280D-C5D6-4C94-936A-D7391F48CBBF}">
      <dgm:prSet/>
      <dgm:spPr/>
      <dgm:t>
        <a:bodyPr/>
        <a:lstStyle/>
        <a:p>
          <a:endParaRPr lang="es-GT"/>
        </a:p>
      </dgm:t>
    </dgm:pt>
    <dgm:pt modelId="{1A82E675-4B6A-4111-A346-9D69F7CAE2F0}" type="sibTrans" cxnId="{6092280D-C5D6-4C94-936A-D7391F48CBBF}">
      <dgm:prSet/>
      <dgm:spPr/>
      <dgm:t>
        <a:bodyPr/>
        <a:lstStyle/>
        <a:p>
          <a:endParaRPr lang="es-GT"/>
        </a:p>
      </dgm:t>
    </dgm:pt>
    <dgm:pt modelId="{D61B6CAC-8671-41C5-9EE9-E031A93AE256}" type="pres">
      <dgm:prSet presAssocID="{90A902DF-5D32-40A6-9F57-A27660DF8E95}" presName="Name0" presStyleCnt="0">
        <dgm:presLayoutVars>
          <dgm:dir/>
          <dgm:animLvl val="lvl"/>
          <dgm:resizeHandles val="exact"/>
        </dgm:presLayoutVars>
      </dgm:prSet>
      <dgm:spPr/>
    </dgm:pt>
    <dgm:pt modelId="{FFCFBB93-5864-4509-A422-BD1023022B4B}" type="pres">
      <dgm:prSet presAssocID="{C57871E8-BE8D-40A5-B4FF-F74F3BB087EC}" presName="composite" presStyleCnt="0"/>
      <dgm:spPr/>
    </dgm:pt>
    <dgm:pt modelId="{5919AD31-C8B8-4E8A-878A-C5A8BC3F048B}" type="pres">
      <dgm:prSet presAssocID="{C57871E8-BE8D-40A5-B4FF-F74F3BB087EC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A1742414-DD44-43E1-BC10-BD886B8CE785}" type="pres">
      <dgm:prSet presAssocID="{C57871E8-BE8D-40A5-B4FF-F74F3BB087EC}" presName="desTx" presStyleLbl="alignAccFollowNode1" presStyleIdx="0" presStyleCnt="5">
        <dgm:presLayoutVars>
          <dgm:bulletEnabled val="1"/>
        </dgm:presLayoutVars>
      </dgm:prSet>
      <dgm:spPr/>
    </dgm:pt>
    <dgm:pt modelId="{45A7B88F-1123-49FF-9022-53D68438BF25}" type="pres">
      <dgm:prSet presAssocID="{36431008-7811-44D5-BD5B-F0473F1B56A5}" presName="space" presStyleCnt="0"/>
      <dgm:spPr/>
    </dgm:pt>
    <dgm:pt modelId="{9E2C04AE-51EC-4E2A-A140-BFBF33D5E5A2}" type="pres">
      <dgm:prSet presAssocID="{5F39C5E8-C352-4EC6-813B-156883A29E1E}" presName="composite" presStyleCnt="0"/>
      <dgm:spPr/>
    </dgm:pt>
    <dgm:pt modelId="{480CABA3-EFE6-4C18-A9CE-90A6104B21D3}" type="pres">
      <dgm:prSet presAssocID="{5F39C5E8-C352-4EC6-813B-156883A29E1E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085C180D-77B4-4149-A036-36E67B33B3B2}" type="pres">
      <dgm:prSet presAssocID="{5F39C5E8-C352-4EC6-813B-156883A29E1E}" presName="desTx" presStyleLbl="alignAccFollowNode1" presStyleIdx="1" presStyleCnt="5">
        <dgm:presLayoutVars>
          <dgm:bulletEnabled val="1"/>
        </dgm:presLayoutVars>
      </dgm:prSet>
      <dgm:spPr/>
    </dgm:pt>
    <dgm:pt modelId="{A6540760-EE56-45F6-A247-969867A1A5CB}" type="pres">
      <dgm:prSet presAssocID="{E21930E4-7F91-4DC3-9258-415B9B82266B}" presName="space" presStyleCnt="0"/>
      <dgm:spPr/>
    </dgm:pt>
    <dgm:pt modelId="{D7072BAE-A587-4C34-9B4E-AC265926FBBA}" type="pres">
      <dgm:prSet presAssocID="{96B5BE0A-1ECA-4DA1-B940-F21F283F5985}" presName="composite" presStyleCnt="0"/>
      <dgm:spPr/>
    </dgm:pt>
    <dgm:pt modelId="{836969EA-2B85-4EB7-A6CF-655E9724F609}" type="pres">
      <dgm:prSet presAssocID="{96B5BE0A-1ECA-4DA1-B940-F21F283F5985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68F1FD82-702E-42E8-8EE0-D75C63A67D53}" type="pres">
      <dgm:prSet presAssocID="{96B5BE0A-1ECA-4DA1-B940-F21F283F5985}" presName="desTx" presStyleLbl="alignAccFollowNode1" presStyleIdx="2" presStyleCnt="5">
        <dgm:presLayoutVars>
          <dgm:bulletEnabled val="1"/>
        </dgm:presLayoutVars>
      </dgm:prSet>
      <dgm:spPr/>
    </dgm:pt>
    <dgm:pt modelId="{09EF5831-C909-425C-BB80-94A64475E510}" type="pres">
      <dgm:prSet presAssocID="{3E5F553B-6EED-4E50-AD64-A131CF5912FD}" presName="space" presStyleCnt="0"/>
      <dgm:spPr/>
    </dgm:pt>
    <dgm:pt modelId="{C5E5553D-6D17-4FF1-8DFD-7116D739F94E}" type="pres">
      <dgm:prSet presAssocID="{0E06F34F-0688-4152-B2E4-5AE5648B6184}" presName="composite" presStyleCnt="0"/>
      <dgm:spPr/>
    </dgm:pt>
    <dgm:pt modelId="{FBA0A963-A4CE-4CEA-9DB1-56DC831388C8}" type="pres">
      <dgm:prSet presAssocID="{0E06F34F-0688-4152-B2E4-5AE5648B6184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2638B625-4320-4F41-BF25-1DB28AADC41B}" type="pres">
      <dgm:prSet presAssocID="{0E06F34F-0688-4152-B2E4-5AE5648B6184}" presName="desTx" presStyleLbl="alignAccFollowNode1" presStyleIdx="3" presStyleCnt="5">
        <dgm:presLayoutVars>
          <dgm:bulletEnabled val="1"/>
        </dgm:presLayoutVars>
      </dgm:prSet>
      <dgm:spPr/>
    </dgm:pt>
    <dgm:pt modelId="{ED2D5BD1-00D8-4DBC-B4F3-36C27BACD000}" type="pres">
      <dgm:prSet presAssocID="{D94EAD1A-5A64-4D78-ADC8-09167CF7B5B2}" presName="space" presStyleCnt="0"/>
      <dgm:spPr/>
    </dgm:pt>
    <dgm:pt modelId="{962DCE48-3C18-4AE4-97B3-2896EA2FD2E0}" type="pres">
      <dgm:prSet presAssocID="{7429DDBB-B9FD-4D58-8C25-BEB3A451AC9D}" presName="composite" presStyleCnt="0"/>
      <dgm:spPr/>
    </dgm:pt>
    <dgm:pt modelId="{E1D69524-EFDE-4CEC-BCE8-60F35992F0DC}" type="pres">
      <dgm:prSet presAssocID="{7429DDBB-B9FD-4D58-8C25-BEB3A451AC9D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C956B8F4-6B81-4BE1-AE57-A9FEFFDC2B4D}" type="pres">
      <dgm:prSet presAssocID="{7429DDBB-B9FD-4D58-8C25-BEB3A451AC9D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07D8810B-91FA-49B4-989B-D882E1BA96A4}" type="presOf" srcId="{C57871E8-BE8D-40A5-B4FF-F74F3BB087EC}" destId="{5919AD31-C8B8-4E8A-878A-C5A8BC3F048B}" srcOrd="0" destOrd="0" presId="urn:microsoft.com/office/officeart/2005/8/layout/hList1"/>
    <dgm:cxn modelId="{6092280D-C5D6-4C94-936A-D7391F48CBBF}" srcId="{0E06F34F-0688-4152-B2E4-5AE5648B6184}" destId="{5112540F-4120-4555-BFBE-2880D3AD7282}" srcOrd="2" destOrd="0" parTransId="{D03F07A9-FD10-4E4C-94BF-0DBCF82B9034}" sibTransId="{1A82E675-4B6A-4111-A346-9D69F7CAE2F0}"/>
    <dgm:cxn modelId="{D92B630F-7FB2-4FF0-8999-568D213DAE15}" srcId="{C57871E8-BE8D-40A5-B4FF-F74F3BB087EC}" destId="{11BFF425-895F-4E49-A5C6-A565589AE63D}" srcOrd="0" destOrd="0" parTransId="{390E3543-123A-42A4-BE61-A7B03D23F8A8}" sibTransId="{1404E3A8-6059-413F-8493-E9EAE9866CB4}"/>
    <dgm:cxn modelId="{8716751C-869A-4FEC-B6B8-AE665E0AD29C}" srcId="{90A902DF-5D32-40A6-9F57-A27660DF8E95}" destId="{7429DDBB-B9FD-4D58-8C25-BEB3A451AC9D}" srcOrd="4" destOrd="0" parTransId="{17A7BBAD-6C2A-44E7-8BB9-C0B6D4EA255A}" sibTransId="{E93EFDE6-C909-4E4E-818B-E4B91C006B05}"/>
    <dgm:cxn modelId="{18A0A51C-3564-4090-88CB-B53599733482}" srcId="{0E06F34F-0688-4152-B2E4-5AE5648B6184}" destId="{0A0D4206-8121-4BEB-9A85-4BC234058143}" srcOrd="0" destOrd="0" parTransId="{C2DA82B0-5FB1-4268-9BDF-2D5A8679A69E}" sibTransId="{21B5BFAE-C657-422C-89AA-FC78E7420A10}"/>
    <dgm:cxn modelId="{C654391E-E922-42D5-BEE3-FF14D9BDCF9E}" srcId="{5F39C5E8-C352-4EC6-813B-156883A29E1E}" destId="{4D95841A-8E2E-471C-9EFC-2BEE18D6BA5C}" srcOrd="0" destOrd="0" parTransId="{4F9FA9EA-4CE3-4ED8-8D80-A290CCBD62D2}" sibTransId="{C649569D-BACB-49C1-B2C8-715006F71C3F}"/>
    <dgm:cxn modelId="{D2E36A1E-F725-4B38-B4F1-46E2796119F1}" srcId="{96B5BE0A-1ECA-4DA1-B940-F21F283F5985}" destId="{768E4140-2E8C-48CC-95C3-96625063A7C9}" srcOrd="2" destOrd="0" parTransId="{A3840280-996C-4B60-B35C-10CB90DB3393}" sibTransId="{52ECEB0D-1350-4732-A3D0-78638CDA1F1A}"/>
    <dgm:cxn modelId="{1D7CEA25-F98A-4C26-A3AE-A195CCCC1056}" type="presOf" srcId="{123BFCD3-5029-4901-A3BF-3B8FD87A2A0E}" destId="{085C180D-77B4-4149-A036-36E67B33B3B2}" srcOrd="0" destOrd="3" presId="urn:microsoft.com/office/officeart/2005/8/layout/hList1"/>
    <dgm:cxn modelId="{4DFDE92B-EAF4-4776-A62A-18239FC1938D}" type="presOf" srcId="{52A4E6D7-9BD9-48EA-A826-777E059E3B91}" destId="{68F1FD82-702E-42E8-8EE0-D75C63A67D53}" srcOrd="0" destOrd="3" presId="urn:microsoft.com/office/officeart/2005/8/layout/hList1"/>
    <dgm:cxn modelId="{973FDD35-940C-4A56-8DAB-B0AFC57B9AF6}" srcId="{96B5BE0A-1ECA-4DA1-B940-F21F283F5985}" destId="{5035EA56-033C-4B91-94A3-0F70D4B79B9E}" srcOrd="0" destOrd="0" parTransId="{5CFDF351-CAB9-4C9F-A513-ED019DB44131}" sibTransId="{711C48A1-7AE5-45C2-8E8E-69DB7316DCA1}"/>
    <dgm:cxn modelId="{40932240-BE22-4FE5-B9F4-BD5D226725F4}" srcId="{0E06F34F-0688-4152-B2E4-5AE5648B6184}" destId="{07233E6D-AB98-4115-9716-5B9DDA94BDB4}" srcOrd="1" destOrd="0" parTransId="{F62CD709-552A-414D-A264-DCC2101FEC73}" sibTransId="{7E701CD2-CFDC-4E62-A224-BCCBD022F15C}"/>
    <dgm:cxn modelId="{D34A6162-7FEB-4A42-8AAA-3B535B9A04B4}" type="presOf" srcId="{90A902DF-5D32-40A6-9F57-A27660DF8E95}" destId="{D61B6CAC-8671-41C5-9EE9-E031A93AE256}" srcOrd="0" destOrd="0" presId="urn:microsoft.com/office/officeart/2005/8/layout/hList1"/>
    <dgm:cxn modelId="{F0908247-3C9D-423A-BFB9-7EBF325EFA57}" type="presOf" srcId="{ECBD300B-A2BA-4FE2-848B-C71ED105D1D9}" destId="{A1742414-DD44-43E1-BC10-BD886B8CE785}" srcOrd="0" destOrd="1" presId="urn:microsoft.com/office/officeart/2005/8/layout/hList1"/>
    <dgm:cxn modelId="{6E632C4A-6B23-491F-8C8D-AE4D39863D8A}" srcId="{5F39C5E8-C352-4EC6-813B-156883A29E1E}" destId="{00D9DAF4-4B40-427C-A84E-66A317DFB073}" srcOrd="2" destOrd="0" parTransId="{1AD12AF7-AE09-4E75-AFFC-755725EE6AFB}" sibTransId="{EDEAEBD5-EEC3-434F-A74B-9331E4F9CCA7}"/>
    <dgm:cxn modelId="{B61D944B-98D5-41CD-9513-11FF9EBDFEBE}" type="presOf" srcId="{0E06F34F-0688-4152-B2E4-5AE5648B6184}" destId="{FBA0A963-A4CE-4CEA-9DB1-56DC831388C8}" srcOrd="0" destOrd="0" presId="urn:microsoft.com/office/officeart/2005/8/layout/hList1"/>
    <dgm:cxn modelId="{266C1950-1417-4368-8CE4-45272B87CE37}" type="presOf" srcId="{65E1CA67-5C06-4E8F-B58D-E0FB3E5BF81D}" destId="{085C180D-77B4-4149-A036-36E67B33B3B2}" srcOrd="0" destOrd="1" presId="urn:microsoft.com/office/officeart/2005/8/layout/hList1"/>
    <dgm:cxn modelId="{16335F84-77CE-4E89-8F9E-BFFCC8791A0C}" type="presOf" srcId="{5035EA56-033C-4B91-94A3-0F70D4B79B9E}" destId="{68F1FD82-702E-42E8-8EE0-D75C63A67D53}" srcOrd="0" destOrd="0" presId="urn:microsoft.com/office/officeart/2005/8/layout/hList1"/>
    <dgm:cxn modelId="{7180CF88-B9A7-41ED-95DF-3157FC2700E2}" type="presOf" srcId="{07233E6D-AB98-4115-9716-5B9DDA94BDB4}" destId="{2638B625-4320-4F41-BF25-1DB28AADC41B}" srcOrd="0" destOrd="1" presId="urn:microsoft.com/office/officeart/2005/8/layout/hList1"/>
    <dgm:cxn modelId="{8B640089-79DE-4925-869D-40E48F7D5809}" type="presOf" srcId="{0A0D4206-8121-4BEB-9A85-4BC234058143}" destId="{2638B625-4320-4F41-BF25-1DB28AADC41B}" srcOrd="0" destOrd="0" presId="urn:microsoft.com/office/officeart/2005/8/layout/hList1"/>
    <dgm:cxn modelId="{F178E78A-E24E-4E20-B42D-BC1C3B1E8A46}" srcId="{96B5BE0A-1ECA-4DA1-B940-F21F283F5985}" destId="{52A4E6D7-9BD9-48EA-A826-777E059E3B91}" srcOrd="3" destOrd="0" parTransId="{551569D3-44A5-4627-8627-247AD3F6FBF2}" sibTransId="{A17B28C9-66AD-4CB3-909C-014A32A78C45}"/>
    <dgm:cxn modelId="{BF965D8D-DE1E-4C05-8C62-A31B3DCA3A03}" type="presOf" srcId="{768E4140-2E8C-48CC-95C3-96625063A7C9}" destId="{68F1FD82-702E-42E8-8EE0-D75C63A67D53}" srcOrd="0" destOrd="2" presId="urn:microsoft.com/office/officeart/2005/8/layout/hList1"/>
    <dgm:cxn modelId="{CE712591-8715-4A05-BF9A-905AD5CB07DA}" type="presOf" srcId="{00D9DAF4-4B40-427C-A84E-66A317DFB073}" destId="{085C180D-77B4-4149-A036-36E67B33B3B2}" srcOrd="0" destOrd="2" presId="urn:microsoft.com/office/officeart/2005/8/layout/hList1"/>
    <dgm:cxn modelId="{C4DB1F97-F5DD-4E60-ABC4-8462692DF89A}" type="presOf" srcId="{7429DDBB-B9FD-4D58-8C25-BEB3A451AC9D}" destId="{E1D69524-EFDE-4CEC-BCE8-60F35992F0DC}" srcOrd="0" destOrd="0" presId="urn:microsoft.com/office/officeart/2005/8/layout/hList1"/>
    <dgm:cxn modelId="{82BD109A-C0EA-43B3-8C53-5412EFEAE58C}" type="presOf" srcId="{5112540F-4120-4555-BFBE-2880D3AD7282}" destId="{2638B625-4320-4F41-BF25-1DB28AADC41B}" srcOrd="0" destOrd="2" presId="urn:microsoft.com/office/officeart/2005/8/layout/hList1"/>
    <dgm:cxn modelId="{FAA732A9-FFC8-4D40-957A-B3419DA7604B}" type="presOf" srcId="{96B5BE0A-1ECA-4DA1-B940-F21F283F5985}" destId="{836969EA-2B85-4EB7-A6CF-655E9724F609}" srcOrd="0" destOrd="0" presId="urn:microsoft.com/office/officeart/2005/8/layout/hList1"/>
    <dgm:cxn modelId="{09B42CAD-2CA0-47B6-8008-CF9153DC3B71}" srcId="{96B5BE0A-1ECA-4DA1-B940-F21F283F5985}" destId="{07CCEB19-7949-49AE-BA4D-221592D62FD6}" srcOrd="1" destOrd="0" parTransId="{83247616-72E7-4262-824D-BFA33C64FC57}" sibTransId="{7DBB9168-4113-4E8D-AB50-9B7290CB6F3C}"/>
    <dgm:cxn modelId="{5A8C0DB0-3E1A-456E-A9C3-67EA6B7C6AE1}" srcId="{90A902DF-5D32-40A6-9F57-A27660DF8E95}" destId="{C57871E8-BE8D-40A5-B4FF-F74F3BB087EC}" srcOrd="0" destOrd="0" parTransId="{CEBD6700-10A9-4E3F-8FCE-58B3F13BC198}" sibTransId="{36431008-7811-44D5-BD5B-F0473F1B56A5}"/>
    <dgm:cxn modelId="{60D78DB0-5A48-4C7B-A6B3-E726CEA423AD}" type="presOf" srcId="{6130AD30-183A-4A8A-9C57-A1706373B207}" destId="{C956B8F4-6B81-4BE1-AE57-A9FEFFDC2B4D}" srcOrd="0" destOrd="0" presId="urn:microsoft.com/office/officeart/2005/8/layout/hList1"/>
    <dgm:cxn modelId="{B30C70BC-CED2-460B-9FC7-5B18C17B587D}" srcId="{C57871E8-BE8D-40A5-B4FF-F74F3BB087EC}" destId="{ECBD300B-A2BA-4FE2-848B-C71ED105D1D9}" srcOrd="1" destOrd="0" parTransId="{F0A64706-38FD-4BFE-B09D-2EBAEB82E4EA}" sibTransId="{87F9D8CC-0C43-437B-A150-B521630A831E}"/>
    <dgm:cxn modelId="{0F547FBC-D50B-465A-833E-EAF7DE3E438C}" srcId="{5F39C5E8-C352-4EC6-813B-156883A29E1E}" destId="{65E1CA67-5C06-4E8F-B58D-E0FB3E5BF81D}" srcOrd="1" destOrd="0" parTransId="{34CEE326-9895-4E72-9C69-BF961153E08D}" sibTransId="{4D2914ED-4120-430F-9A83-666499C88E97}"/>
    <dgm:cxn modelId="{1F4A4CBF-7228-414A-A6EB-75068493DFEA}" type="presOf" srcId="{9984EC6D-9957-4C7E-92E1-1D0BBA8A3484}" destId="{A1742414-DD44-43E1-BC10-BD886B8CE785}" srcOrd="0" destOrd="2" presId="urn:microsoft.com/office/officeart/2005/8/layout/hList1"/>
    <dgm:cxn modelId="{02BFB3C9-D01D-431B-A4F1-EB4E481AB234}" type="presOf" srcId="{07CCEB19-7949-49AE-BA4D-221592D62FD6}" destId="{68F1FD82-702E-42E8-8EE0-D75C63A67D53}" srcOrd="0" destOrd="1" presId="urn:microsoft.com/office/officeart/2005/8/layout/hList1"/>
    <dgm:cxn modelId="{642155D0-85D7-4288-BF3A-0F08517317E8}" srcId="{C57871E8-BE8D-40A5-B4FF-F74F3BB087EC}" destId="{9984EC6D-9957-4C7E-92E1-1D0BBA8A3484}" srcOrd="2" destOrd="0" parTransId="{132EBCFB-49D7-40CD-95BD-BDEF16D6781B}" sibTransId="{DADD91A7-A1D7-4740-9402-FA36C9F9C405}"/>
    <dgm:cxn modelId="{CA36FED4-6B32-4C59-BACE-BFF61EF6D2EF}" type="presOf" srcId="{4D95841A-8E2E-471C-9EFC-2BEE18D6BA5C}" destId="{085C180D-77B4-4149-A036-36E67B33B3B2}" srcOrd="0" destOrd="0" presId="urn:microsoft.com/office/officeart/2005/8/layout/hList1"/>
    <dgm:cxn modelId="{A2B0FFDD-A3AB-4281-AA9A-61D61B4AF87B}" srcId="{90A902DF-5D32-40A6-9F57-A27660DF8E95}" destId="{96B5BE0A-1ECA-4DA1-B940-F21F283F5985}" srcOrd="2" destOrd="0" parTransId="{2485A242-D962-47D4-B782-5725696F7F74}" sibTransId="{3E5F553B-6EED-4E50-AD64-A131CF5912FD}"/>
    <dgm:cxn modelId="{E462A6DF-E062-4CB2-B790-3DB935AF2E6D}" type="presOf" srcId="{5F39C5E8-C352-4EC6-813B-156883A29E1E}" destId="{480CABA3-EFE6-4C18-A9CE-90A6104B21D3}" srcOrd="0" destOrd="0" presId="urn:microsoft.com/office/officeart/2005/8/layout/hList1"/>
    <dgm:cxn modelId="{05CEF0EB-D045-42E0-A062-87C8AE7D7996}" srcId="{90A902DF-5D32-40A6-9F57-A27660DF8E95}" destId="{0E06F34F-0688-4152-B2E4-5AE5648B6184}" srcOrd="3" destOrd="0" parTransId="{0A1AB347-5F43-450C-A7C6-C96CD7752400}" sibTransId="{D94EAD1A-5A64-4D78-ADC8-09167CF7B5B2}"/>
    <dgm:cxn modelId="{5D41CAEE-831B-4A43-B243-C54DE25C6EEE}" srcId="{90A902DF-5D32-40A6-9F57-A27660DF8E95}" destId="{5F39C5E8-C352-4EC6-813B-156883A29E1E}" srcOrd="1" destOrd="0" parTransId="{1DFB519E-4AE0-460F-9D5C-A523C9F9A6C9}" sibTransId="{E21930E4-7F91-4DC3-9258-415B9B82266B}"/>
    <dgm:cxn modelId="{0113F8EE-F733-4078-B6ED-9C6EB50A680B}" type="presOf" srcId="{11BFF425-895F-4E49-A5C6-A565589AE63D}" destId="{A1742414-DD44-43E1-BC10-BD886B8CE785}" srcOrd="0" destOrd="0" presId="urn:microsoft.com/office/officeart/2005/8/layout/hList1"/>
    <dgm:cxn modelId="{7A1E4EF1-4FBF-4E38-B90E-5C6BAFE67732}" srcId="{7429DDBB-B9FD-4D58-8C25-BEB3A451AC9D}" destId="{6130AD30-183A-4A8A-9C57-A1706373B207}" srcOrd="0" destOrd="0" parTransId="{7E983ADA-A060-4D90-9A2F-04C99923AFCD}" sibTransId="{B3EB357D-46A1-4F34-8750-6F46315EF4BD}"/>
    <dgm:cxn modelId="{BC98B2FA-96FD-4F0B-82B0-9ACF6B3A206D}" srcId="{5F39C5E8-C352-4EC6-813B-156883A29E1E}" destId="{123BFCD3-5029-4901-A3BF-3B8FD87A2A0E}" srcOrd="3" destOrd="0" parTransId="{5C350C3D-3930-4A8E-8492-D871F7807B6C}" sibTransId="{D7CFCDD1-3D92-45DC-9D37-B9AC18E7A092}"/>
    <dgm:cxn modelId="{FA75D0BD-BE0A-4FAC-A1C8-AFB828FCE3BD}" type="presParOf" srcId="{D61B6CAC-8671-41C5-9EE9-E031A93AE256}" destId="{FFCFBB93-5864-4509-A422-BD1023022B4B}" srcOrd="0" destOrd="0" presId="urn:microsoft.com/office/officeart/2005/8/layout/hList1"/>
    <dgm:cxn modelId="{EF99FD19-D2BD-408C-8E67-4046D662BBE7}" type="presParOf" srcId="{FFCFBB93-5864-4509-A422-BD1023022B4B}" destId="{5919AD31-C8B8-4E8A-878A-C5A8BC3F048B}" srcOrd="0" destOrd="0" presId="urn:microsoft.com/office/officeart/2005/8/layout/hList1"/>
    <dgm:cxn modelId="{C3AAB789-D1BE-4FE2-9874-590E518F7094}" type="presParOf" srcId="{FFCFBB93-5864-4509-A422-BD1023022B4B}" destId="{A1742414-DD44-43E1-BC10-BD886B8CE785}" srcOrd="1" destOrd="0" presId="urn:microsoft.com/office/officeart/2005/8/layout/hList1"/>
    <dgm:cxn modelId="{18A5C4BE-0A21-4552-BDDC-C997926E621A}" type="presParOf" srcId="{D61B6CAC-8671-41C5-9EE9-E031A93AE256}" destId="{45A7B88F-1123-49FF-9022-53D68438BF25}" srcOrd="1" destOrd="0" presId="urn:microsoft.com/office/officeart/2005/8/layout/hList1"/>
    <dgm:cxn modelId="{C355430A-7652-4CDC-AD81-242687A51D1C}" type="presParOf" srcId="{D61B6CAC-8671-41C5-9EE9-E031A93AE256}" destId="{9E2C04AE-51EC-4E2A-A140-BFBF33D5E5A2}" srcOrd="2" destOrd="0" presId="urn:microsoft.com/office/officeart/2005/8/layout/hList1"/>
    <dgm:cxn modelId="{BF4B17A8-E22B-4ED4-B8D2-03E9217FD6D2}" type="presParOf" srcId="{9E2C04AE-51EC-4E2A-A140-BFBF33D5E5A2}" destId="{480CABA3-EFE6-4C18-A9CE-90A6104B21D3}" srcOrd="0" destOrd="0" presId="urn:microsoft.com/office/officeart/2005/8/layout/hList1"/>
    <dgm:cxn modelId="{4893DFFB-E003-4755-820A-B41C34B8C2A0}" type="presParOf" srcId="{9E2C04AE-51EC-4E2A-A140-BFBF33D5E5A2}" destId="{085C180D-77B4-4149-A036-36E67B33B3B2}" srcOrd="1" destOrd="0" presId="urn:microsoft.com/office/officeart/2005/8/layout/hList1"/>
    <dgm:cxn modelId="{3FAE4517-A806-4938-A746-EBD865C79A1D}" type="presParOf" srcId="{D61B6CAC-8671-41C5-9EE9-E031A93AE256}" destId="{A6540760-EE56-45F6-A247-969867A1A5CB}" srcOrd="3" destOrd="0" presId="urn:microsoft.com/office/officeart/2005/8/layout/hList1"/>
    <dgm:cxn modelId="{7A0F39EB-1E3F-4FF1-A1AE-F80C8A7EDDDE}" type="presParOf" srcId="{D61B6CAC-8671-41C5-9EE9-E031A93AE256}" destId="{D7072BAE-A587-4C34-9B4E-AC265926FBBA}" srcOrd="4" destOrd="0" presId="urn:microsoft.com/office/officeart/2005/8/layout/hList1"/>
    <dgm:cxn modelId="{0D4142C7-61A0-4EA2-8B94-EC62BFCE943D}" type="presParOf" srcId="{D7072BAE-A587-4C34-9B4E-AC265926FBBA}" destId="{836969EA-2B85-4EB7-A6CF-655E9724F609}" srcOrd="0" destOrd="0" presId="urn:microsoft.com/office/officeart/2005/8/layout/hList1"/>
    <dgm:cxn modelId="{F3886D61-38CB-4458-AD49-595507798672}" type="presParOf" srcId="{D7072BAE-A587-4C34-9B4E-AC265926FBBA}" destId="{68F1FD82-702E-42E8-8EE0-D75C63A67D53}" srcOrd="1" destOrd="0" presId="urn:microsoft.com/office/officeart/2005/8/layout/hList1"/>
    <dgm:cxn modelId="{46A7A918-B646-4CE0-898A-D623D067A2DA}" type="presParOf" srcId="{D61B6CAC-8671-41C5-9EE9-E031A93AE256}" destId="{09EF5831-C909-425C-BB80-94A64475E510}" srcOrd="5" destOrd="0" presId="urn:microsoft.com/office/officeart/2005/8/layout/hList1"/>
    <dgm:cxn modelId="{92AE9D7A-9EA6-48C1-9104-186EF375C045}" type="presParOf" srcId="{D61B6CAC-8671-41C5-9EE9-E031A93AE256}" destId="{C5E5553D-6D17-4FF1-8DFD-7116D739F94E}" srcOrd="6" destOrd="0" presId="urn:microsoft.com/office/officeart/2005/8/layout/hList1"/>
    <dgm:cxn modelId="{3B6E9816-3BE3-4C75-8BE7-076C160C0773}" type="presParOf" srcId="{C5E5553D-6D17-4FF1-8DFD-7116D739F94E}" destId="{FBA0A963-A4CE-4CEA-9DB1-56DC831388C8}" srcOrd="0" destOrd="0" presId="urn:microsoft.com/office/officeart/2005/8/layout/hList1"/>
    <dgm:cxn modelId="{DA495591-87DD-4A8C-AF4C-9767E3569C8B}" type="presParOf" srcId="{C5E5553D-6D17-4FF1-8DFD-7116D739F94E}" destId="{2638B625-4320-4F41-BF25-1DB28AADC41B}" srcOrd="1" destOrd="0" presId="urn:microsoft.com/office/officeart/2005/8/layout/hList1"/>
    <dgm:cxn modelId="{C61154C6-7C01-4538-9783-95066335A521}" type="presParOf" srcId="{D61B6CAC-8671-41C5-9EE9-E031A93AE256}" destId="{ED2D5BD1-00D8-4DBC-B4F3-36C27BACD000}" srcOrd="7" destOrd="0" presId="urn:microsoft.com/office/officeart/2005/8/layout/hList1"/>
    <dgm:cxn modelId="{9FFF620D-49DC-43E9-B388-B84754126498}" type="presParOf" srcId="{D61B6CAC-8671-41C5-9EE9-E031A93AE256}" destId="{962DCE48-3C18-4AE4-97B3-2896EA2FD2E0}" srcOrd="8" destOrd="0" presId="urn:microsoft.com/office/officeart/2005/8/layout/hList1"/>
    <dgm:cxn modelId="{6E962C57-56B1-49EC-9CA7-BF7E893A51AA}" type="presParOf" srcId="{962DCE48-3C18-4AE4-97B3-2896EA2FD2E0}" destId="{E1D69524-EFDE-4CEC-BCE8-60F35992F0DC}" srcOrd="0" destOrd="0" presId="urn:microsoft.com/office/officeart/2005/8/layout/hList1"/>
    <dgm:cxn modelId="{41E860B3-2682-4396-9AE2-2983A720FBA1}" type="presParOf" srcId="{962DCE48-3C18-4AE4-97B3-2896EA2FD2E0}" destId="{C956B8F4-6B81-4BE1-AE57-A9FEFFDC2B4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A902DF-5D32-40A6-9F57-A27660DF8E95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GT"/>
        </a:p>
      </dgm:t>
    </dgm:pt>
    <dgm:pt modelId="{95D3F325-2FA2-41E5-A811-C14E58EC7DD0}">
      <dgm:prSet custT="1"/>
      <dgm:spPr/>
      <dgm:t>
        <a:bodyPr/>
        <a:lstStyle/>
        <a:p>
          <a:r>
            <a:rPr lang="es-ES" sz="1400" dirty="0"/>
            <a:t>Evaluaciones técnicas y psicométricas </a:t>
          </a:r>
          <a:endParaRPr lang="es-GT" sz="1400" dirty="0"/>
        </a:p>
      </dgm:t>
    </dgm:pt>
    <dgm:pt modelId="{0911A16B-FA55-416D-A4CC-2335EB62D22B}" type="parTrans" cxnId="{8DEE764A-C160-4CE4-97A7-C4EE85689B7A}">
      <dgm:prSet/>
      <dgm:spPr/>
      <dgm:t>
        <a:bodyPr/>
        <a:lstStyle/>
        <a:p>
          <a:endParaRPr lang="es-GT" sz="3200"/>
        </a:p>
      </dgm:t>
    </dgm:pt>
    <dgm:pt modelId="{7C181315-DC2C-4B73-B106-303B659E4CC6}" type="sibTrans" cxnId="{8DEE764A-C160-4CE4-97A7-C4EE85689B7A}">
      <dgm:prSet/>
      <dgm:spPr/>
      <dgm:t>
        <a:bodyPr/>
        <a:lstStyle/>
        <a:p>
          <a:endParaRPr lang="es-GT" sz="3200"/>
        </a:p>
      </dgm:t>
    </dgm:pt>
    <dgm:pt modelId="{5A81600E-5CAB-4656-954A-A6856BCA5C3A}">
      <dgm:prSet custT="1"/>
      <dgm:spPr/>
      <dgm:t>
        <a:bodyPr/>
        <a:lstStyle/>
        <a:p>
          <a:r>
            <a:rPr lang="es-ES" sz="1400" dirty="0"/>
            <a:t>Pruebas que permiten confirmar si un candidato posee lo necesario para desempeñarse adecuadamente </a:t>
          </a:r>
          <a:endParaRPr lang="es-GT" sz="1400" dirty="0"/>
        </a:p>
      </dgm:t>
    </dgm:pt>
    <dgm:pt modelId="{B2AC1C28-EC89-4E44-B29C-3985F13A5A87}" type="parTrans" cxnId="{9F4DDC30-AEC4-4FE1-88AA-EBC9B9812227}">
      <dgm:prSet/>
      <dgm:spPr/>
      <dgm:t>
        <a:bodyPr/>
        <a:lstStyle/>
        <a:p>
          <a:endParaRPr lang="es-GT" sz="3200"/>
        </a:p>
      </dgm:t>
    </dgm:pt>
    <dgm:pt modelId="{4D554F38-21E0-48E6-886C-30138434F358}" type="sibTrans" cxnId="{9F4DDC30-AEC4-4FE1-88AA-EBC9B9812227}">
      <dgm:prSet/>
      <dgm:spPr/>
      <dgm:t>
        <a:bodyPr/>
        <a:lstStyle/>
        <a:p>
          <a:endParaRPr lang="es-GT" sz="3200"/>
        </a:p>
      </dgm:t>
    </dgm:pt>
    <dgm:pt modelId="{85661210-C128-4957-BF6C-F045D08DF678}">
      <dgm:prSet custT="1"/>
      <dgm:spPr/>
      <dgm:t>
        <a:bodyPr/>
        <a:lstStyle/>
        <a:p>
          <a:r>
            <a:rPr lang="es-ES" sz="1400" dirty="0"/>
            <a:t>Verificación de Referencias y Antecedentes </a:t>
          </a:r>
          <a:endParaRPr lang="es-GT" sz="1400" dirty="0"/>
        </a:p>
      </dgm:t>
    </dgm:pt>
    <dgm:pt modelId="{5FADEB0F-216F-4586-8E59-F39122A4DC7C}" type="parTrans" cxnId="{67C7C896-2936-41E5-AFE5-1BC548FF21BE}">
      <dgm:prSet/>
      <dgm:spPr/>
      <dgm:t>
        <a:bodyPr/>
        <a:lstStyle/>
        <a:p>
          <a:endParaRPr lang="es-GT" sz="3200"/>
        </a:p>
      </dgm:t>
    </dgm:pt>
    <dgm:pt modelId="{70B24E15-BCAE-403F-B3E2-40F43551A66C}" type="sibTrans" cxnId="{67C7C896-2936-41E5-AFE5-1BC548FF21BE}">
      <dgm:prSet/>
      <dgm:spPr/>
      <dgm:t>
        <a:bodyPr/>
        <a:lstStyle/>
        <a:p>
          <a:endParaRPr lang="es-GT" sz="3200"/>
        </a:p>
      </dgm:t>
    </dgm:pt>
    <dgm:pt modelId="{861AF957-6915-4A90-BAD2-EAF7211109C0}">
      <dgm:prSet custT="1"/>
      <dgm:spPr/>
      <dgm:t>
        <a:bodyPr/>
        <a:lstStyle/>
        <a:p>
          <a:r>
            <a:rPr lang="es-ES" sz="1400" dirty="0"/>
            <a:t>Confirmar información relevante de empleos anteriores, desempeño y comportamiento </a:t>
          </a:r>
          <a:endParaRPr lang="es-GT" sz="1400" dirty="0"/>
        </a:p>
      </dgm:t>
    </dgm:pt>
    <dgm:pt modelId="{6F96B308-B463-447C-B97C-1CB87B1FF9A9}" type="parTrans" cxnId="{662DA5B7-9034-4261-98C9-8DCC16FBED85}">
      <dgm:prSet/>
      <dgm:spPr/>
      <dgm:t>
        <a:bodyPr/>
        <a:lstStyle/>
        <a:p>
          <a:endParaRPr lang="es-GT"/>
        </a:p>
      </dgm:t>
    </dgm:pt>
    <dgm:pt modelId="{59334578-E6B5-4EAB-9F9E-2EF78537395B}" type="sibTrans" cxnId="{662DA5B7-9034-4261-98C9-8DCC16FBED85}">
      <dgm:prSet/>
      <dgm:spPr/>
      <dgm:t>
        <a:bodyPr/>
        <a:lstStyle/>
        <a:p>
          <a:endParaRPr lang="es-GT"/>
        </a:p>
      </dgm:t>
    </dgm:pt>
    <dgm:pt modelId="{6C032BB4-A19C-47EC-AA3E-D0CED5B7D9B2}">
      <dgm:prSet custT="1"/>
      <dgm:spPr/>
      <dgm:t>
        <a:bodyPr/>
        <a:lstStyle/>
        <a:p>
          <a:r>
            <a:rPr lang="es-ES" sz="1400" dirty="0"/>
            <a:t>Pruebas médicas </a:t>
          </a:r>
          <a:endParaRPr lang="es-GT" sz="1400" dirty="0"/>
        </a:p>
      </dgm:t>
    </dgm:pt>
    <dgm:pt modelId="{5201A605-8BD8-4395-8370-84439CFE84CC}" type="parTrans" cxnId="{A87D1CD8-58BF-4331-8474-C51183D7A510}">
      <dgm:prSet/>
      <dgm:spPr/>
      <dgm:t>
        <a:bodyPr/>
        <a:lstStyle/>
        <a:p>
          <a:endParaRPr lang="es-GT"/>
        </a:p>
      </dgm:t>
    </dgm:pt>
    <dgm:pt modelId="{0A85D0A3-DAE7-4D5B-899F-5C7E9A72DDF7}" type="sibTrans" cxnId="{A87D1CD8-58BF-4331-8474-C51183D7A510}">
      <dgm:prSet/>
      <dgm:spPr/>
      <dgm:t>
        <a:bodyPr/>
        <a:lstStyle/>
        <a:p>
          <a:endParaRPr lang="es-GT"/>
        </a:p>
      </dgm:t>
    </dgm:pt>
    <dgm:pt modelId="{DC0821C9-9D68-40B4-9218-6A5BDC4C05E3}">
      <dgm:prSet custT="1"/>
      <dgm:spPr/>
      <dgm:t>
        <a:bodyPr/>
        <a:lstStyle/>
        <a:p>
          <a:r>
            <a:rPr lang="es-ES" sz="1400" dirty="0"/>
            <a:t>Dependerá el perfil médico requerido por cada posición y a riesgos. </a:t>
          </a:r>
          <a:endParaRPr lang="es-GT" sz="1400" dirty="0"/>
        </a:p>
      </dgm:t>
    </dgm:pt>
    <dgm:pt modelId="{DFB912DF-CEE1-449D-BAB9-8F501B997ED7}" type="parTrans" cxnId="{134277E7-4B94-49A3-9F29-8D0C9021CB88}">
      <dgm:prSet/>
      <dgm:spPr/>
      <dgm:t>
        <a:bodyPr/>
        <a:lstStyle/>
        <a:p>
          <a:endParaRPr lang="es-GT"/>
        </a:p>
      </dgm:t>
    </dgm:pt>
    <dgm:pt modelId="{875E4B7C-7B76-4B73-A02B-5A5E8C662530}" type="sibTrans" cxnId="{134277E7-4B94-49A3-9F29-8D0C9021CB88}">
      <dgm:prSet/>
      <dgm:spPr/>
      <dgm:t>
        <a:bodyPr/>
        <a:lstStyle/>
        <a:p>
          <a:endParaRPr lang="es-GT"/>
        </a:p>
      </dgm:t>
    </dgm:pt>
    <dgm:pt modelId="{39774944-15D0-45F7-831D-2E0EAF893762}">
      <dgm:prSet custT="1"/>
      <dgm:spPr/>
      <dgm:t>
        <a:bodyPr/>
        <a:lstStyle/>
        <a:p>
          <a:r>
            <a:rPr lang="es-ES" sz="1400" dirty="0"/>
            <a:t>Matriz Comparativa </a:t>
          </a:r>
          <a:endParaRPr lang="es-GT" sz="1400" dirty="0"/>
        </a:p>
      </dgm:t>
    </dgm:pt>
    <dgm:pt modelId="{3EBC97AE-47F2-4164-9F20-10ECC03A865B}" type="parTrans" cxnId="{A8135576-A63F-4D0D-A58C-CBD16DA260E4}">
      <dgm:prSet/>
      <dgm:spPr/>
      <dgm:t>
        <a:bodyPr/>
        <a:lstStyle/>
        <a:p>
          <a:endParaRPr lang="es-GT"/>
        </a:p>
      </dgm:t>
    </dgm:pt>
    <dgm:pt modelId="{345BEDAF-5406-4D46-9B8F-A38C3E158F60}" type="sibTrans" cxnId="{A8135576-A63F-4D0D-A58C-CBD16DA260E4}">
      <dgm:prSet/>
      <dgm:spPr/>
      <dgm:t>
        <a:bodyPr/>
        <a:lstStyle/>
        <a:p>
          <a:endParaRPr lang="es-GT"/>
        </a:p>
      </dgm:t>
    </dgm:pt>
    <dgm:pt modelId="{4B705452-36B2-41C2-BCCD-659A1942970A}">
      <dgm:prSet custT="1"/>
      <dgm:spPr/>
      <dgm:t>
        <a:bodyPr/>
        <a:lstStyle/>
        <a:p>
          <a:r>
            <a:rPr lang="es-ES" sz="1400" dirty="0"/>
            <a:t>Oferta </a:t>
          </a:r>
          <a:endParaRPr lang="es-GT" sz="1400" dirty="0"/>
        </a:p>
      </dgm:t>
    </dgm:pt>
    <dgm:pt modelId="{EB967D99-C7DE-40A8-BECA-75B78193444B}" type="parTrans" cxnId="{1BCC32B3-3521-41C5-BA6C-F290060FF960}">
      <dgm:prSet/>
      <dgm:spPr/>
      <dgm:t>
        <a:bodyPr/>
        <a:lstStyle/>
        <a:p>
          <a:endParaRPr lang="es-GT"/>
        </a:p>
      </dgm:t>
    </dgm:pt>
    <dgm:pt modelId="{48EF5379-536E-46C5-AD97-561126D2E27C}" type="sibTrans" cxnId="{1BCC32B3-3521-41C5-BA6C-F290060FF960}">
      <dgm:prSet/>
      <dgm:spPr/>
      <dgm:t>
        <a:bodyPr/>
        <a:lstStyle/>
        <a:p>
          <a:endParaRPr lang="es-GT"/>
        </a:p>
      </dgm:t>
    </dgm:pt>
    <dgm:pt modelId="{0E85B56E-8228-4E71-9B8E-6D2E2088F17B}">
      <dgm:prSet custT="1"/>
      <dgm:spPr/>
      <dgm:t>
        <a:bodyPr/>
        <a:lstStyle/>
        <a:p>
          <a:r>
            <a:rPr lang="es-ES" sz="1400" dirty="0"/>
            <a:t>Los mejores candidatos se comparan entre ellos. </a:t>
          </a:r>
          <a:endParaRPr lang="es-GT" sz="1400" dirty="0"/>
        </a:p>
      </dgm:t>
    </dgm:pt>
    <dgm:pt modelId="{7912A58F-ECA2-4758-A579-906281DBC16C}" type="parTrans" cxnId="{02701B19-F0EC-4FD9-A643-28CF6D21979D}">
      <dgm:prSet/>
      <dgm:spPr/>
      <dgm:t>
        <a:bodyPr/>
        <a:lstStyle/>
        <a:p>
          <a:endParaRPr lang="es-GT"/>
        </a:p>
      </dgm:t>
    </dgm:pt>
    <dgm:pt modelId="{6024635B-594A-4FA0-9C7F-49B72C82C388}" type="sibTrans" cxnId="{02701B19-F0EC-4FD9-A643-28CF6D21979D}">
      <dgm:prSet/>
      <dgm:spPr/>
      <dgm:t>
        <a:bodyPr/>
        <a:lstStyle/>
        <a:p>
          <a:endParaRPr lang="es-GT"/>
        </a:p>
      </dgm:t>
    </dgm:pt>
    <dgm:pt modelId="{8C81AF21-9778-4261-8271-AA57707EE43F}">
      <dgm:prSet custT="1"/>
      <dgm:spPr/>
      <dgm:t>
        <a:bodyPr/>
        <a:lstStyle/>
        <a:p>
          <a:r>
            <a:rPr lang="es-ES" sz="1400"/>
            <a:t>El líder contratante toma la decisión a quién se le presenta la oferta. </a:t>
          </a:r>
          <a:endParaRPr lang="es-GT" sz="1400" dirty="0"/>
        </a:p>
      </dgm:t>
    </dgm:pt>
    <dgm:pt modelId="{E23B03CA-DB1B-43AE-BE52-FAB035AAA86B}" type="parTrans" cxnId="{826D8D48-2066-4882-9A94-DE42286CE4F6}">
      <dgm:prSet/>
      <dgm:spPr/>
      <dgm:t>
        <a:bodyPr/>
        <a:lstStyle/>
        <a:p>
          <a:endParaRPr lang="es-GT"/>
        </a:p>
      </dgm:t>
    </dgm:pt>
    <dgm:pt modelId="{578C6069-722C-4A92-A5A0-44140195D540}" type="sibTrans" cxnId="{826D8D48-2066-4882-9A94-DE42286CE4F6}">
      <dgm:prSet/>
      <dgm:spPr/>
      <dgm:t>
        <a:bodyPr/>
        <a:lstStyle/>
        <a:p>
          <a:endParaRPr lang="es-GT"/>
        </a:p>
      </dgm:t>
    </dgm:pt>
    <dgm:pt modelId="{E1907400-DE75-4395-A68B-F6C1990FB465}">
      <dgm:prSet custT="1"/>
      <dgm:spPr/>
      <dgm:t>
        <a:bodyPr/>
        <a:lstStyle/>
        <a:p>
          <a:r>
            <a:rPr lang="es-ES" sz="1400" dirty="0"/>
            <a:t>Se presenta la carta de oferta laboral </a:t>
          </a:r>
          <a:endParaRPr lang="es-GT" sz="1400" dirty="0"/>
        </a:p>
      </dgm:t>
    </dgm:pt>
    <dgm:pt modelId="{446D129A-5E45-4F9C-9B75-1E6867535D0D}" type="parTrans" cxnId="{A1F750A4-7B40-47C3-A682-3D0D12CDEFE1}">
      <dgm:prSet/>
      <dgm:spPr/>
      <dgm:t>
        <a:bodyPr/>
        <a:lstStyle/>
        <a:p>
          <a:endParaRPr lang="es-GT"/>
        </a:p>
      </dgm:t>
    </dgm:pt>
    <dgm:pt modelId="{624939F6-2BD5-4FF3-B6C6-925538B29D5D}" type="sibTrans" cxnId="{A1F750A4-7B40-47C3-A682-3D0D12CDEFE1}">
      <dgm:prSet/>
      <dgm:spPr/>
      <dgm:t>
        <a:bodyPr/>
        <a:lstStyle/>
        <a:p>
          <a:endParaRPr lang="es-GT"/>
        </a:p>
      </dgm:t>
    </dgm:pt>
    <dgm:pt modelId="{7CD3BEAE-DD60-4D8D-A623-89CA180CC7A4}">
      <dgm:prSet custT="1"/>
      <dgm:spPr/>
      <dgm:t>
        <a:bodyPr/>
        <a:lstStyle/>
        <a:p>
          <a:r>
            <a:rPr lang="es-ES" sz="1400"/>
            <a:t>El candidato debe aceptar la oferta. </a:t>
          </a:r>
          <a:endParaRPr lang="es-GT" sz="1400" dirty="0"/>
        </a:p>
      </dgm:t>
    </dgm:pt>
    <dgm:pt modelId="{206CE175-C0B3-42C2-B960-C49F95819159}" type="parTrans" cxnId="{5C4C3CB0-F338-430F-B399-12037C812726}">
      <dgm:prSet/>
      <dgm:spPr/>
      <dgm:t>
        <a:bodyPr/>
        <a:lstStyle/>
        <a:p>
          <a:endParaRPr lang="es-GT"/>
        </a:p>
      </dgm:t>
    </dgm:pt>
    <dgm:pt modelId="{110D062C-67DF-4B49-B67E-6B56494A421A}" type="sibTrans" cxnId="{5C4C3CB0-F338-430F-B399-12037C812726}">
      <dgm:prSet/>
      <dgm:spPr/>
      <dgm:t>
        <a:bodyPr/>
        <a:lstStyle/>
        <a:p>
          <a:endParaRPr lang="es-GT"/>
        </a:p>
      </dgm:t>
    </dgm:pt>
    <dgm:pt modelId="{F09B2DCA-1464-49F0-B039-8B9728477420}">
      <dgm:prSet custT="1"/>
      <dgm:spPr/>
      <dgm:t>
        <a:bodyPr/>
        <a:lstStyle/>
        <a:p>
          <a:r>
            <a:rPr lang="es-ES" sz="1400" dirty="0"/>
            <a:t>Se hacen las preparaciones para el ingreso del nuevo colaborador. </a:t>
          </a:r>
          <a:endParaRPr lang="es-GT" sz="1400" dirty="0"/>
        </a:p>
      </dgm:t>
    </dgm:pt>
    <dgm:pt modelId="{61750CF2-9EAA-4D05-994C-AC4A45ADD61B}" type="parTrans" cxnId="{8371D01E-3669-41BA-B97D-E76CFE4F9CAF}">
      <dgm:prSet/>
      <dgm:spPr/>
      <dgm:t>
        <a:bodyPr/>
        <a:lstStyle/>
        <a:p>
          <a:endParaRPr lang="es-GT"/>
        </a:p>
      </dgm:t>
    </dgm:pt>
    <dgm:pt modelId="{D4523CBA-ADFA-4FE4-9C39-99E651B8BF52}" type="sibTrans" cxnId="{8371D01E-3669-41BA-B97D-E76CFE4F9CAF}">
      <dgm:prSet/>
      <dgm:spPr/>
      <dgm:t>
        <a:bodyPr/>
        <a:lstStyle/>
        <a:p>
          <a:endParaRPr lang="es-GT"/>
        </a:p>
      </dgm:t>
    </dgm:pt>
    <dgm:pt modelId="{B3A666F4-D120-43DA-8078-F9962F22540C}">
      <dgm:prSet custT="1"/>
      <dgm:spPr/>
      <dgm:t>
        <a:bodyPr/>
        <a:lstStyle/>
        <a:p>
          <a:r>
            <a:rPr lang="es-ES" sz="1400"/>
            <a:t>Contratación </a:t>
          </a:r>
          <a:endParaRPr lang="es-GT" sz="1400" dirty="0"/>
        </a:p>
      </dgm:t>
    </dgm:pt>
    <dgm:pt modelId="{28A9E10D-882F-4637-B9D8-25C0BE60B63D}" type="parTrans" cxnId="{3219E985-A991-44FC-A4B7-ED1359AB44A8}">
      <dgm:prSet/>
      <dgm:spPr/>
      <dgm:t>
        <a:bodyPr/>
        <a:lstStyle/>
        <a:p>
          <a:endParaRPr lang="es-GT"/>
        </a:p>
      </dgm:t>
    </dgm:pt>
    <dgm:pt modelId="{E290E6D8-EAD5-41E2-BAA4-F5BA5B602365}" type="sibTrans" cxnId="{3219E985-A991-44FC-A4B7-ED1359AB44A8}">
      <dgm:prSet/>
      <dgm:spPr/>
      <dgm:t>
        <a:bodyPr/>
        <a:lstStyle/>
        <a:p>
          <a:endParaRPr lang="es-GT"/>
        </a:p>
      </dgm:t>
    </dgm:pt>
    <dgm:pt modelId="{AD2A2BC4-B48A-40B4-9172-E2882D915412}">
      <dgm:prSet custT="1"/>
      <dgm:spPr/>
      <dgm:t>
        <a:bodyPr/>
        <a:lstStyle/>
        <a:p>
          <a:r>
            <a:rPr lang="es-ES" sz="1400"/>
            <a:t>Firma de documentos administrativos y legales. </a:t>
          </a:r>
          <a:endParaRPr lang="es-GT" sz="1400" dirty="0"/>
        </a:p>
      </dgm:t>
    </dgm:pt>
    <dgm:pt modelId="{4862E1D0-2101-4C76-A69B-8A9A22AA18FB}" type="parTrans" cxnId="{2554DBA6-27BD-4E31-919E-2327670A757A}">
      <dgm:prSet/>
      <dgm:spPr/>
      <dgm:t>
        <a:bodyPr/>
        <a:lstStyle/>
        <a:p>
          <a:endParaRPr lang="es-GT"/>
        </a:p>
      </dgm:t>
    </dgm:pt>
    <dgm:pt modelId="{A12CACF1-0160-4253-85E7-1F38F6951986}" type="sibTrans" cxnId="{2554DBA6-27BD-4E31-919E-2327670A757A}">
      <dgm:prSet/>
      <dgm:spPr/>
      <dgm:t>
        <a:bodyPr/>
        <a:lstStyle/>
        <a:p>
          <a:endParaRPr lang="es-GT"/>
        </a:p>
      </dgm:t>
    </dgm:pt>
    <dgm:pt modelId="{D61B6CAC-8671-41C5-9EE9-E031A93AE256}" type="pres">
      <dgm:prSet presAssocID="{90A902DF-5D32-40A6-9F57-A27660DF8E95}" presName="Name0" presStyleCnt="0">
        <dgm:presLayoutVars>
          <dgm:dir/>
          <dgm:animLvl val="lvl"/>
          <dgm:resizeHandles val="exact"/>
        </dgm:presLayoutVars>
      </dgm:prSet>
      <dgm:spPr/>
    </dgm:pt>
    <dgm:pt modelId="{7DF0000A-441F-4AB5-AAC6-1DC93A2E8D6C}" type="pres">
      <dgm:prSet presAssocID="{95D3F325-2FA2-41E5-A811-C14E58EC7DD0}" presName="composite" presStyleCnt="0"/>
      <dgm:spPr/>
    </dgm:pt>
    <dgm:pt modelId="{8C2E4CB7-C007-4684-BACA-D65FF6D74799}" type="pres">
      <dgm:prSet presAssocID="{95D3F325-2FA2-41E5-A811-C14E58EC7DD0}" presName="parTx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43929C41-6589-4F11-9FA2-9EA9EE5EB30F}" type="pres">
      <dgm:prSet presAssocID="{95D3F325-2FA2-41E5-A811-C14E58EC7DD0}" presName="desTx" presStyleLbl="alignAccFollowNode1" presStyleIdx="0" presStyleCnt="6">
        <dgm:presLayoutVars>
          <dgm:bulletEnabled val="1"/>
        </dgm:presLayoutVars>
      </dgm:prSet>
      <dgm:spPr/>
    </dgm:pt>
    <dgm:pt modelId="{1A799003-640D-4E8C-9661-2730CA0859E1}" type="pres">
      <dgm:prSet presAssocID="{7C181315-DC2C-4B73-B106-303B659E4CC6}" presName="space" presStyleCnt="0"/>
      <dgm:spPr/>
    </dgm:pt>
    <dgm:pt modelId="{8FB285B9-C7D0-4DA0-A2A4-EDABABF4E447}" type="pres">
      <dgm:prSet presAssocID="{85661210-C128-4957-BF6C-F045D08DF678}" presName="composite" presStyleCnt="0"/>
      <dgm:spPr/>
    </dgm:pt>
    <dgm:pt modelId="{185536D0-3C8B-442F-9A1A-E5184F4B6066}" type="pres">
      <dgm:prSet presAssocID="{85661210-C128-4957-BF6C-F045D08DF678}" presName="parTx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EF1A3C4B-179D-4F83-833E-3DA6977D95D1}" type="pres">
      <dgm:prSet presAssocID="{85661210-C128-4957-BF6C-F045D08DF678}" presName="desTx" presStyleLbl="alignAccFollowNode1" presStyleIdx="1" presStyleCnt="6">
        <dgm:presLayoutVars>
          <dgm:bulletEnabled val="1"/>
        </dgm:presLayoutVars>
      </dgm:prSet>
      <dgm:spPr/>
    </dgm:pt>
    <dgm:pt modelId="{AF09A35F-1926-4244-9B04-5840498C5FE5}" type="pres">
      <dgm:prSet presAssocID="{70B24E15-BCAE-403F-B3E2-40F43551A66C}" presName="space" presStyleCnt="0"/>
      <dgm:spPr/>
    </dgm:pt>
    <dgm:pt modelId="{4197217B-2D3D-4A19-AF0E-F6E3ACC25BE4}" type="pres">
      <dgm:prSet presAssocID="{6C032BB4-A19C-47EC-AA3E-D0CED5B7D9B2}" presName="composite" presStyleCnt="0"/>
      <dgm:spPr/>
    </dgm:pt>
    <dgm:pt modelId="{FA95F4F9-288C-4291-A503-30F7ABB2B92B}" type="pres">
      <dgm:prSet presAssocID="{6C032BB4-A19C-47EC-AA3E-D0CED5B7D9B2}" presName="parTx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EB011343-42CC-4BE2-8D95-4A6C2FE4C792}" type="pres">
      <dgm:prSet presAssocID="{6C032BB4-A19C-47EC-AA3E-D0CED5B7D9B2}" presName="desTx" presStyleLbl="alignAccFollowNode1" presStyleIdx="2" presStyleCnt="6">
        <dgm:presLayoutVars>
          <dgm:bulletEnabled val="1"/>
        </dgm:presLayoutVars>
      </dgm:prSet>
      <dgm:spPr/>
    </dgm:pt>
    <dgm:pt modelId="{D5A7AF14-31C0-4CF2-AA0E-74F002ECDFB2}" type="pres">
      <dgm:prSet presAssocID="{0A85D0A3-DAE7-4D5B-899F-5C7E9A72DDF7}" presName="space" presStyleCnt="0"/>
      <dgm:spPr/>
    </dgm:pt>
    <dgm:pt modelId="{4101BD22-E884-4B2F-B2C2-617EE6A58968}" type="pres">
      <dgm:prSet presAssocID="{39774944-15D0-45F7-831D-2E0EAF893762}" presName="composite" presStyleCnt="0"/>
      <dgm:spPr/>
    </dgm:pt>
    <dgm:pt modelId="{AC64D3D0-36B2-40E3-98BC-096357748302}" type="pres">
      <dgm:prSet presAssocID="{39774944-15D0-45F7-831D-2E0EAF893762}" presName="parTx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B3F2260D-DFBD-460B-A693-80A058756384}" type="pres">
      <dgm:prSet presAssocID="{39774944-15D0-45F7-831D-2E0EAF893762}" presName="desTx" presStyleLbl="alignAccFollowNode1" presStyleIdx="3" presStyleCnt="6">
        <dgm:presLayoutVars>
          <dgm:bulletEnabled val="1"/>
        </dgm:presLayoutVars>
      </dgm:prSet>
      <dgm:spPr/>
    </dgm:pt>
    <dgm:pt modelId="{71FB2D2B-9B8D-4E33-95C5-E7F5262B10F5}" type="pres">
      <dgm:prSet presAssocID="{345BEDAF-5406-4D46-9B8F-A38C3E158F60}" presName="space" presStyleCnt="0"/>
      <dgm:spPr/>
    </dgm:pt>
    <dgm:pt modelId="{673940D9-204E-4BF1-9677-3D006312CEDE}" type="pres">
      <dgm:prSet presAssocID="{4B705452-36B2-41C2-BCCD-659A1942970A}" presName="composite" presStyleCnt="0"/>
      <dgm:spPr/>
    </dgm:pt>
    <dgm:pt modelId="{2A412C79-BEFC-43CF-AEC6-136A6AA9A638}" type="pres">
      <dgm:prSet presAssocID="{4B705452-36B2-41C2-BCCD-659A1942970A}" presName="parTx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B06EC4A3-9C43-4D2A-B473-167F2802ADB3}" type="pres">
      <dgm:prSet presAssocID="{4B705452-36B2-41C2-BCCD-659A1942970A}" presName="desTx" presStyleLbl="alignAccFollowNode1" presStyleIdx="4" presStyleCnt="6">
        <dgm:presLayoutVars>
          <dgm:bulletEnabled val="1"/>
        </dgm:presLayoutVars>
      </dgm:prSet>
      <dgm:spPr/>
    </dgm:pt>
    <dgm:pt modelId="{FF50D9FC-B675-489E-8FF3-73B532C4F736}" type="pres">
      <dgm:prSet presAssocID="{48EF5379-536E-46C5-AD97-561126D2E27C}" presName="space" presStyleCnt="0"/>
      <dgm:spPr/>
    </dgm:pt>
    <dgm:pt modelId="{7DBEEFF9-650F-4B76-AB2E-C68EEFD07B44}" type="pres">
      <dgm:prSet presAssocID="{B3A666F4-D120-43DA-8078-F9962F22540C}" presName="composite" presStyleCnt="0"/>
      <dgm:spPr/>
    </dgm:pt>
    <dgm:pt modelId="{D3A2723B-DB73-40F3-AEA8-96F4F0F372F0}" type="pres">
      <dgm:prSet presAssocID="{B3A666F4-D120-43DA-8078-F9962F22540C}" presName="parTx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295C6950-FC41-4BCD-99BE-942F5BD9BB81}" type="pres">
      <dgm:prSet presAssocID="{B3A666F4-D120-43DA-8078-F9962F22540C}" presName="desTx" presStyleLbl="alignAccFollowNode1" presStyleIdx="5" presStyleCnt="6">
        <dgm:presLayoutVars>
          <dgm:bulletEnabled val="1"/>
        </dgm:presLayoutVars>
      </dgm:prSet>
      <dgm:spPr/>
    </dgm:pt>
  </dgm:ptLst>
  <dgm:cxnLst>
    <dgm:cxn modelId="{E77C5E16-E956-415A-A507-3A20824AB5E1}" type="presOf" srcId="{0E85B56E-8228-4E71-9B8E-6D2E2088F17B}" destId="{B3F2260D-DFBD-460B-A693-80A058756384}" srcOrd="0" destOrd="0" presId="urn:microsoft.com/office/officeart/2005/8/layout/hList1"/>
    <dgm:cxn modelId="{231A0118-83CF-42E4-BD20-2419473C0815}" type="presOf" srcId="{DC0821C9-9D68-40B4-9218-6A5BDC4C05E3}" destId="{EB011343-42CC-4BE2-8D95-4A6C2FE4C792}" srcOrd="0" destOrd="0" presId="urn:microsoft.com/office/officeart/2005/8/layout/hList1"/>
    <dgm:cxn modelId="{02701B19-F0EC-4FD9-A643-28CF6D21979D}" srcId="{39774944-15D0-45F7-831D-2E0EAF893762}" destId="{0E85B56E-8228-4E71-9B8E-6D2E2088F17B}" srcOrd="0" destOrd="0" parTransId="{7912A58F-ECA2-4758-A579-906281DBC16C}" sibTransId="{6024635B-594A-4FA0-9C7F-49B72C82C388}"/>
    <dgm:cxn modelId="{8371D01E-3669-41BA-B97D-E76CFE4F9CAF}" srcId="{4B705452-36B2-41C2-BCCD-659A1942970A}" destId="{F09B2DCA-1464-49F0-B039-8B9728477420}" srcOrd="2" destOrd="0" parTransId="{61750CF2-9EAA-4D05-994C-AC4A45ADD61B}" sibTransId="{D4523CBA-ADFA-4FE4-9C39-99E651B8BF52}"/>
    <dgm:cxn modelId="{9F4DDC30-AEC4-4FE1-88AA-EBC9B9812227}" srcId="{95D3F325-2FA2-41E5-A811-C14E58EC7DD0}" destId="{5A81600E-5CAB-4656-954A-A6856BCA5C3A}" srcOrd="0" destOrd="0" parTransId="{B2AC1C28-EC89-4E44-B29C-3985F13A5A87}" sibTransId="{4D554F38-21E0-48E6-886C-30138434F358}"/>
    <dgm:cxn modelId="{1CE9055B-98BD-49A2-BD2C-FC53347BD26F}" type="presOf" srcId="{39774944-15D0-45F7-831D-2E0EAF893762}" destId="{AC64D3D0-36B2-40E3-98BC-096357748302}" srcOrd="0" destOrd="0" presId="urn:microsoft.com/office/officeart/2005/8/layout/hList1"/>
    <dgm:cxn modelId="{D34A6162-7FEB-4A42-8AAA-3B535B9A04B4}" type="presOf" srcId="{90A902DF-5D32-40A6-9F57-A27660DF8E95}" destId="{D61B6CAC-8671-41C5-9EE9-E031A93AE256}" srcOrd="0" destOrd="0" presId="urn:microsoft.com/office/officeart/2005/8/layout/hList1"/>
    <dgm:cxn modelId="{826D8D48-2066-4882-9A94-DE42286CE4F6}" srcId="{39774944-15D0-45F7-831D-2E0EAF893762}" destId="{8C81AF21-9778-4261-8271-AA57707EE43F}" srcOrd="1" destOrd="0" parTransId="{E23B03CA-DB1B-43AE-BE52-FAB035AAA86B}" sibTransId="{578C6069-722C-4A92-A5A0-44140195D540}"/>
    <dgm:cxn modelId="{8DEE764A-C160-4CE4-97A7-C4EE85689B7A}" srcId="{90A902DF-5D32-40A6-9F57-A27660DF8E95}" destId="{95D3F325-2FA2-41E5-A811-C14E58EC7DD0}" srcOrd="0" destOrd="0" parTransId="{0911A16B-FA55-416D-A4CC-2335EB62D22B}" sibTransId="{7C181315-DC2C-4B73-B106-303B659E4CC6}"/>
    <dgm:cxn modelId="{BF704050-1721-4269-908E-71EA8121DA6C}" type="presOf" srcId="{7CD3BEAE-DD60-4D8D-A623-89CA180CC7A4}" destId="{B06EC4A3-9C43-4D2A-B473-167F2802ADB3}" srcOrd="0" destOrd="1" presId="urn:microsoft.com/office/officeart/2005/8/layout/hList1"/>
    <dgm:cxn modelId="{A8135576-A63F-4D0D-A58C-CBD16DA260E4}" srcId="{90A902DF-5D32-40A6-9F57-A27660DF8E95}" destId="{39774944-15D0-45F7-831D-2E0EAF893762}" srcOrd="3" destOrd="0" parTransId="{3EBC97AE-47F2-4164-9F20-10ECC03A865B}" sibTransId="{345BEDAF-5406-4D46-9B8F-A38C3E158F60}"/>
    <dgm:cxn modelId="{BDE87379-5076-4527-BE67-EA554FC502B7}" type="presOf" srcId="{5A81600E-5CAB-4656-954A-A6856BCA5C3A}" destId="{43929C41-6589-4F11-9FA2-9EA9EE5EB30F}" srcOrd="0" destOrd="0" presId="urn:microsoft.com/office/officeart/2005/8/layout/hList1"/>
    <dgm:cxn modelId="{94F67979-76D7-4574-BE74-2223C15DB243}" type="presOf" srcId="{F09B2DCA-1464-49F0-B039-8B9728477420}" destId="{B06EC4A3-9C43-4D2A-B473-167F2802ADB3}" srcOrd="0" destOrd="2" presId="urn:microsoft.com/office/officeart/2005/8/layout/hList1"/>
    <dgm:cxn modelId="{3219E985-A991-44FC-A4B7-ED1359AB44A8}" srcId="{90A902DF-5D32-40A6-9F57-A27660DF8E95}" destId="{B3A666F4-D120-43DA-8078-F9962F22540C}" srcOrd="5" destOrd="0" parTransId="{28A9E10D-882F-4637-B9D8-25C0BE60B63D}" sibTransId="{E290E6D8-EAD5-41E2-BAA4-F5BA5B602365}"/>
    <dgm:cxn modelId="{B7E48586-E41E-4620-9342-51EF337F1442}" type="presOf" srcId="{6C032BB4-A19C-47EC-AA3E-D0CED5B7D9B2}" destId="{FA95F4F9-288C-4291-A503-30F7ABB2B92B}" srcOrd="0" destOrd="0" presId="urn:microsoft.com/office/officeart/2005/8/layout/hList1"/>
    <dgm:cxn modelId="{67C7C896-2936-41E5-AFE5-1BC548FF21BE}" srcId="{90A902DF-5D32-40A6-9F57-A27660DF8E95}" destId="{85661210-C128-4957-BF6C-F045D08DF678}" srcOrd="1" destOrd="0" parTransId="{5FADEB0F-216F-4586-8E59-F39122A4DC7C}" sibTransId="{70B24E15-BCAE-403F-B3E2-40F43551A66C}"/>
    <dgm:cxn modelId="{A1F750A4-7B40-47C3-A682-3D0D12CDEFE1}" srcId="{4B705452-36B2-41C2-BCCD-659A1942970A}" destId="{E1907400-DE75-4395-A68B-F6C1990FB465}" srcOrd="0" destOrd="0" parTransId="{446D129A-5E45-4F9C-9B75-1E6867535D0D}" sibTransId="{624939F6-2BD5-4FF3-B6C6-925538B29D5D}"/>
    <dgm:cxn modelId="{2554DBA6-27BD-4E31-919E-2327670A757A}" srcId="{B3A666F4-D120-43DA-8078-F9962F22540C}" destId="{AD2A2BC4-B48A-40B4-9172-E2882D915412}" srcOrd="0" destOrd="0" parTransId="{4862E1D0-2101-4C76-A69B-8A9A22AA18FB}" sibTransId="{A12CACF1-0160-4253-85E7-1F38F6951986}"/>
    <dgm:cxn modelId="{3EF364A7-7A26-4E17-830D-A6FF9564B51D}" type="presOf" srcId="{AD2A2BC4-B48A-40B4-9172-E2882D915412}" destId="{295C6950-FC41-4BCD-99BE-942F5BD9BB81}" srcOrd="0" destOrd="0" presId="urn:microsoft.com/office/officeart/2005/8/layout/hList1"/>
    <dgm:cxn modelId="{42737DA8-AC4A-47C4-A52F-1F26124325D1}" type="presOf" srcId="{8C81AF21-9778-4261-8271-AA57707EE43F}" destId="{B3F2260D-DFBD-460B-A693-80A058756384}" srcOrd="0" destOrd="1" presId="urn:microsoft.com/office/officeart/2005/8/layout/hList1"/>
    <dgm:cxn modelId="{5C4C3CB0-F338-430F-B399-12037C812726}" srcId="{4B705452-36B2-41C2-BCCD-659A1942970A}" destId="{7CD3BEAE-DD60-4D8D-A623-89CA180CC7A4}" srcOrd="1" destOrd="0" parTransId="{206CE175-C0B3-42C2-B960-C49F95819159}" sibTransId="{110D062C-67DF-4B49-B67E-6B56494A421A}"/>
    <dgm:cxn modelId="{1BCC32B3-3521-41C5-BA6C-F290060FF960}" srcId="{90A902DF-5D32-40A6-9F57-A27660DF8E95}" destId="{4B705452-36B2-41C2-BCCD-659A1942970A}" srcOrd="4" destOrd="0" parTransId="{EB967D99-C7DE-40A8-BECA-75B78193444B}" sibTransId="{48EF5379-536E-46C5-AD97-561126D2E27C}"/>
    <dgm:cxn modelId="{662DA5B7-9034-4261-98C9-8DCC16FBED85}" srcId="{85661210-C128-4957-BF6C-F045D08DF678}" destId="{861AF957-6915-4A90-BAD2-EAF7211109C0}" srcOrd="0" destOrd="0" parTransId="{6F96B308-B463-447C-B97C-1CB87B1FF9A9}" sibTransId="{59334578-E6B5-4EAB-9F9E-2EF78537395B}"/>
    <dgm:cxn modelId="{E992A5BF-AAE1-4CE5-A23E-761F7B8FD931}" type="presOf" srcId="{4B705452-36B2-41C2-BCCD-659A1942970A}" destId="{2A412C79-BEFC-43CF-AEC6-136A6AA9A638}" srcOrd="0" destOrd="0" presId="urn:microsoft.com/office/officeart/2005/8/layout/hList1"/>
    <dgm:cxn modelId="{CCEAADC0-A8B1-403F-904B-3E6C6B69270C}" type="presOf" srcId="{E1907400-DE75-4395-A68B-F6C1990FB465}" destId="{B06EC4A3-9C43-4D2A-B473-167F2802ADB3}" srcOrd="0" destOrd="0" presId="urn:microsoft.com/office/officeart/2005/8/layout/hList1"/>
    <dgm:cxn modelId="{796D6FD5-95D4-46F2-8E5F-A2BC3DEE16A5}" type="presOf" srcId="{861AF957-6915-4A90-BAD2-EAF7211109C0}" destId="{EF1A3C4B-179D-4F83-833E-3DA6977D95D1}" srcOrd="0" destOrd="0" presId="urn:microsoft.com/office/officeart/2005/8/layout/hList1"/>
    <dgm:cxn modelId="{A87D1CD8-58BF-4331-8474-C51183D7A510}" srcId="{90A902DF-5D32-40A6-9F57-A27660DF8E95}" destId="{6C032BB4-A19C-47EC-AA3E-D0CED5B7D9B2}" srcOrd="2" destOrd="0" parTransId="{5201A605-8BD8-4395-8370-84439CFE84CC}" sibTransId="{0A85D0A3-DAE7-4D5B-899F-5C7E9A72DDF7}"/>
    <dgm:cxn modelId="{195DCDE4-E82A-4DE2-A950-2C50969B15B4}" type="presOf" srcId="{95D3F325-2FA2-41E5-A811-C14E58EC7DD0}" destId="{8C2E4CB7-C007-4684-BACA-D65FF6D74799}" srcOrd="0" destOrd="0" presId="urn:microsoft.com/office/officeart/2005/8/layout/hList1"/>
    <dgm:cxn modelId="{134277E7-4B94-49A3-9F29-8D0C9021CB88}" srcId="{6C032BB4-A19C-47EC-AA3E-D0CED5B7D9B2}" destId="{DC0821C9-9D68-40B4-9218-6A5BDC4C05E3}" srcOrd="0" destOrd="0" parTransId="{DFB912DF-CEE1-449D-BAB9-8F501B997ED7}" sibTransId="{875E4B7C-7B76-4B73-A02B-5A5E8C662530}"/>
    <dgm:cxn modelId="{AFBB18F3-4375-4F0B-A245-A7A3C4128066}" type="presOf" srcId="{85661210-C128-4957-BF6C-F045D08DF678}" destId="{185536D0-3C8B-442F-9A1A-E5184F4B6066}" srcOrd="0" destOrd="0" presId="urn:microsoft.com/office/officeart/2005/8/layout/hList1"/>
    <dgm:cxn modelId="{B8B03BF8-9686-4A9F-B300-55AC4520D1F0}" type="presOf" srcId="{B3A666F4-D120-43DA-8078-F9962F22540C}" destId="{D3A2723B-DB73-40F3-AEA8-96F4F0F372F0}" srcOrd="0" destOrd="0" presId="urn:microsoft.com/office/officeart/2005/8/layout/hList1"/>
    <dgm:cxn modelId="{72F73838-BC17-4F49-8B92-974E77515894}" type="presParOf" srcId="{D61B6CAC-8671-41C5-9EE9-E031A93AE256}" destId="{7DF0000A-441F-4AB5-AAC6-1DC93A2E8D6C}" srcOrd="0" destOrd="0" presId="urn:microsoft.com/office/officeart/2005/8/layout/hList1"/>
    <dgm:cxn modelId="{0154CD41-431C-4EF4-B45D-48027E1FC231}" type="presParOf" srcId="{7DF0000A-441F-4AB5-AAC6-1DC93A2E8D6C}" destId="{8C2E4CB7-C007-4684-BACA-D65FF6D74799}" srcOrd="0" destOrd="0" presId="urn:microsoft.com/office/officeart/2005/8/layout/hList1"/>
    <dgm:cxn modelId="{3EA1D014-8D0E-4045-9216-72FC732B028B}" type="presParOf" srcId="{7DF0000A-441F-4AB5-AAC6-1DC93A2E8D6C}" destId="{43929C41-6589-4F11-9FA2-9EA9EE5EB30F}" srcOrd="1" destOrd="0" presId="urn:microsoft.com/office/officeart/2005/8/layout/hList1"/>
    <dgm:cxn modelId="{775953DB-A607-4AAF-BD82-88C3C3995EFD}" type="presParOf" srcId="{D61B6CAC-8671-41C5-9EE9-E031A93AE256}" destId="{1A799003-640D-4E8C-9661-2730CA0859E1}" srcOrd="1" destOrd="0" presId="urn:microsoft.com/office/officeart/2005/8/layout/hList1"/>
    <dgm:cxn modelId="{8E850D34-3269-4215-B304-08D2C8403D50}" type="presParOf" srcId="{D61B6CAC-8671-41C5-9EE9-E031A93AE256}" destId="{8FB285B9-C7D0-4DA0-A2A4-EDABABF4E447}" srcOrd="2" destOrd="0" presId="urn:microsoft.com/office/officeart/2005/8/layout/hList1"/>
    <dgm:cxn modelId="{2E19D252-5F42-4200-9F3B-B5807E6B2B75}" type="presParOf" srcId="{8FB285B9-C7D0-4DA0-A2A4-EDABABF4E447}" destId="{185536D0-3C8B-442F-9A1A-E5184F4B6066}" srcOrd="0" destOrd="0" presId="urn:microsoft.com/office/officeart/2005/8/layout/hList1"/>
    <dgm:cxn modelId="{D3BA7A6E-C51A-49EB-8CF0-495BFA722C4C}" type="presParOf" srcId="{8FB285B9-C7D0-4DA0-A2A4-EDABABF4E447}" destId="{EF1A3C4B-179D-4F83-833E-3DA6977D95D1}" srcOrd="1" destOrd="0" presId="urn:microsoft.com/office/officeart/2005/8/layout/hList1"/>
    <dgm:cxn modelId="{7EC7EC1B-0449-4B1C-8F12-74A3F561683A}" type="presParOf" srcId="{D61B6CAC-8671-41C5-9EE9-E031A93AE256}" destId="{AF09A35F-1926-4244-9B04-5840498C5FE5}" srcOrd="3" destOrd="0" presId="urn:microsoft.com/office/officeart/2005/8/layout/hList1"/>
    <dgm:cxn modelId="{860B0759-02BB-4E4E-9F01-17A635E598BB}" type="presParOf" srcId="{D61B6CAC-8671-41C5-9EE9-E031A93AE256}" destId="{4197217B-2D3D-4A19-AF0E-F6E3ACC25BE4}" srcOrd="4" destOrd="0" presId="urn:microsoft.com/office/officeart/2005/8/layout/hList1"/>
    <dgm:cxn modelId="{5A90B6D2-E0D5-4374-AAEB-E034FC639743}" type="presParOf" srcId="{4197217B-2D3D-4A19-AF0E-F6E3ACC25BE4}" destId="{FA95F4F9-288C-4291-A503-30F7ABB2B92B}" srcOrd="0" destOrd="0" presId="urn:microsoft.com/office/officeart/2005/8/layout/hList1"/>
    <dgm:cxn modelId="{1A8EFF9B-B905-495C-8D22-9D7FAF04EF1B}" type="presParOf" srcId="{4197217B-2D3D-4A19-AF0E-F6E3ACC25BE4}" destId="{EB011343-42CC-4BE2-8D95-4A6C2FE4C792}" srcOrd="1" destOrd="0" presId="urn:microsoft.com/office/officeart/2005/8/layout/hList1"/>
    <dgm:cxn modelId="{2973D3C5-9DC0-4A3C-ADA0-B46C3A94C5FB}" type="presParOf" srcId="{D61B6CAC-8671-41C5-9EE9-E031A93AE256}" destId="{D5A7AF14-31C0-4CF2-AA0E-74F002ECDFB2}" srcOrd="5" destOrd="0" presId="urn:microsoft.com/office/officeart/2005/8/layout/hList1"/>
    <dgm:cxn modelId="{BA7ED68F-EFCC-4B97-8814-C5C7E5640F33}" type="presParOf" srcId="{D61B6CAC-8671-41C5-9EE9-E031A93AE256}" destId="{4101BD22-E884-4B2F-B2C2-617EE6A58968}" srcOrd="6" destOrd="0" presId="urn:microsoft.com/office/officeart/2005/8/layout/hList1"/>
    <dgm:cxn modelId="{96B29DCA-9D07-481D-B57C-92C29EA21E8F}" type="presParOf" srcId="{4101BD22-E884-4B2F-B2C2-617EE6A58968}" destId="{AC64D3D0-36B2-40E3-98BC-096357748302}" srcOrd="0" destOrd="0" presId="urn:microsoft.com/office/officeart/2005/8/layout/hList1"/>
    <dgm:cxn modelId="{037BF31F-3095-4252-8596-693AC020DB79}" type="presParOf" srcId="{4101BD22-E884-4B2F-B2C2-617EE6A58968}" destId="{B3F2260D-DFBD-460B-A693-80A058756384}" srcOrd="1" destOrd="0" presId="urn:microsoft.com/office/officeart/2005/8/layout/hList1"/>
    <dgm:cxn modelId="{255E42FC-9DD8-4D8E-B10B-22CAA089BD19}" type="presParOf" srcId="{D61B6CAC-8671-41C5-9EE9-E031A93AE256}" destId="{71FB2D2B-9B8D-4E33-95C5-E7F5262B10F5}" srcOrd="7" destOrd="0" presId="urn:microsoft.com/office/officeart/2005/8/layout/hList1"/>
    <dgm:cxn modelId="{DF226565-DE10-46A5-A9CB-7E02B647AED5}" type="presParOf" srcId="{D61B6CAC-8671-41C5-9EE9-E031A93AE256}" destId="{673940D9-204E-4BF1-9677-3D006312CEDE}" srcOrd="8" destOrd="0" presId="urn:microsoft.com/office/officeart/2005/8/layout/hList1"/>
    <dgm:cxn modelId="{7E2CB1A9-4CBC-4012-AA37-4EFB8B15322C}" type="presParOf" srcId="{673940D9-204E-4BF1-9677-3D006312CEDE}" destId="{2A412C79-BEFC-43CF-AEC6-136A6AA9A638}" srcOrd="0" destOrd="0" presId="urn:microsoft.com/office/officeart/2005/8/layout/hList1"/>
    <dgm:cxn modelId="{5DEA9EE6-102B-4A19-B0CC-5836051B2019}" type="presParOf" srcId="{673940D9-204E-4BF1-9677-3D006312CEDE}" destId="{B06EC4A3-9C43-4D2A-B473-167F2802ADB3}" srcOrd="1" destOrd="0" presId="urn:microsoft.com/office/officeart/2005/8/layout/hList1"/>
    <dgm:cxn modelId="{D8818A6C-C36D-4E5F-8C59-350027975BBD}" type="presParOf" srcId="{D61B6CAC-8671-41C5-9EE9-E031A93AE256}" destId="{FF50D9FC-B675-489E-8FF3-73B532C4F736}" srcOrd="9" destOrd="0" presId="urn:microsoft.com/office/officeart/2005/8/layout/hList1"/>
    <dgm:cxn modelId="{711B10DB-BEDA-4A8C-8885-7D22F926C939}" type="presParOf" srcId="{D61B6CAC-8671-41C5-9EE9-E031A93AE256}" destId="{7DBEEFF9-650F-4B76-AB2E-C68EEFD07B44}" srcOrd="10" destOrd="0" presId="urn:microsoft.com/office/officeart/2005/8/layout/hList1"/>
    <dgm:cxn modelId="{86CF226F-DF7D-4C01-92DA-0B9E2FB0038B}" type="presParOf" srcId="{7DBEEFF9-650F-4B76-AB2E-C68EEFD07B44}" destId="{D3A2723B-DB73-40F3-AEA8-96F4F0F372F0}" srcOrd="0" destOrd="0" presId="urn:microsoft.com/office/officeart/2005/8/layout/hList1"/>
    <dgm:cxn modelId="{1C4AFE0A-B2AF-4BD6-A021-221E247FE2F5}" type="presParOf" srcId="{7DBEEFF9-650F-4B76-AB2E-C68EEFD07B44}" destId="{295C6950-FC41-4BCD-99BE-942F5BD9BB8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A902DF-5D32-40A6-9F57-A27660DF8E95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GT"/>
        </a:p>
      </dgm:t>
    </dgm:pt>
    <dgm:pt modelId="{95D3F325-2FA2-41E5-A811-C14E58EC7DD0}">
      <dgm:prSet custT="1"/>
      <dgm:spPr/>
      <dgm:t>
        <a:bodyPr/>
        <a:lstStyle/>
        <a:p>
          <a:r>
            <a:rPr lang="es-ES" sz="1400" dirty="0"/>
            <a:t>Evaluaciones técnicas y psicométricas </a:t>
          </a:r>
          <a:endParaRPr lang="es-GT" sz="1400" dirty="0"/>
        </a:p>
      </dgm:t>
    </dgm:pt>
    <dgm:pt modelId="{0911A16B-FA55-416D-A4CC-2335EB62D22B}" type="parTrans" cxnId="{8DEE764A-C160-4CE4-97A7-C4EE85689B7A}">
      <dgm:prSet/>
      <dgm:spPr/>
      <dgm:t>
        <a:bodyPr/>
        <a:lstStyle/>
        <a:p>
          <a:endParaRPr lang="es-GT" sz="3200"/>
        </a:p>
      </dgm:t>
    </dgm:pt>
    <dgm:pt modelId="{7C181315-DC2C-4B73-B106-303B659E4CC6}" type="sibTrans" cxnId="{8DEE764A-C160-4CE4-97A7-C4EE85689B7A}">
      <dgm:prSet/>
      <dgm:spPr/>
      <dgm:t>
        <a:bodyPr/>
        <a:lstStyle/>
        <a:p>
          <a:endParaRPr lang="es-GT" sz="3200"/>
        </a:p>
      </dgm:t>
    </dgm:pt>
    <dgm:pt modelId="{5A81600E-5CAB-4656-954A-A6856BCA5C3A}">
      <dgm:prSet custT="1"/>
      <dgm:spPr/>
      <dgm:t>
        <a:bodyPr/>
        <a:lstStyle/>
        <a:p>
          <a:r>
            <a:rPr lang="es-ES" sz="1400" dirty="0" err="1"/>
            <a:t>Pandape</a:t>
          </a:r>
          <a:r>
            <a:rPr lang="es-ES" sz="1400" dirty="0"/>
            <a:t> </a:t>
          </a:r>
          <a:endParaRPr lang="es-GT" sz="1400" dirty="0"/>
        </a:p>
      </dgm:t>
    </dgm:pt>
    <dgm:pt modelId="{B2AC1C28-EC89-4E44-B29C-3985F13A5A87}" type="parTrans" cxnId="{9F4DDC30-AEC4-4FE1-88AA-EBC9B9812227}">
      <dgm:prSet/>
      <dgm:spPr/>
      <dgm:t>
        <a:bodyPr/>
        <a:lstStyle/>
        <a:p>
          <a:endParaRPr lang="es-GT" sz="3200"/>
        </a:p>
      </dgm:t>
    </dgm:pt>
    <dgm:pt modelId="{4D554F38-21E0-48E6-886C-30138434F358}" type="sibTrans" cxnId="{9F4DDC30-AEC4-4FE1-88AA-EBC9B9812227}">
      <dgm:prSet/>
      <dgm:spPr/>
      <dgm:t>
        <a:bodyPr/>
        <a:lstStyle/>
        <a:p>
          <a:endParaRPr lang="es-GT" sz="3200"/>
        </a:p>
      </dgm:t>
    </dgm:pt>
    <dgm:pt modelId="{85661210-C128-4957-BF6C-F045D08DF678}">
      <dgm:prSet custT="1"/>
      <dgm:spPr/>
      <dgm:t>
        <a:bodyPr/>
        <a:lstStyle/>
        <a:p>
          <a:r>
            <a:rPr lang="es-ES" sz="1400" dirty="0"/>
            <a:t>Verificación de Referencias y Antecedentes </a:t>
          </a:r>
          <a:endParaRPr lang="es-GT" sz="1400" dirty="0"/>
        </a:p>
      </dgm:t>
    </dgm:pt>
    <dgm:pt modelId="{5FADEB0F-216F-4586-8E59-F39122A4DC7C}" type="parTrans" cxnId="{67C7C896-2936-41E5-AFE5-1BC548FF21BE}">
      <dgm:prSet/>
      <dgm:spPr/>
      <dgm:t>
        <a:bodyPr/>
        <a:lstStyle/>
        <a:p>
          <a:endParaRPr lang="es-GT" sz="3200"/>
        </a:p>
      </dgm:t>
    </dgm:pt>
    <dgm:pt modelId="{70B24E15-BCAE-403F-B3E2-40F43551A66C}" type="sibTrans" cxnId="{67C7C896-2936-41E5-AFE5-1BC548FF21BE}">
      <dgm:prSet/>
      <dgm:spPr/>
      <dgm:t>
        <a:bodyPr/>
        <a:lstStyle/>
        <a:p>
          <a:endParaRPr lang="es-GT" sz="3200"/>
        </a:p>
      </dgm:t>
    </dgm:pt>
    <dgm:pt modelId="{861AF957-6915-4A90-BAD2-EAF7211109C0}">
      <dgm:prSet custT="1"/>
      <dgm:spPr/>
      <dgm:t>
        <a:bodyPr/>
        <a:lstStyle/>
        <a:p>
          <a:r>
            <a:rPr lang="es-ES" sz="1400" dirty="0"/>
            <a:t>Servicio contratado </a:t>
          </a:r>
          <a:endParaRPr lang="es-GT" sz="1400" dirty="0"/>
        </a:p>
      </dgm:t>
    </dgm:pt>
    <dgm:pt modelId="{6F96B308-B463-447C-B97C-1CB87B1FF9A9}" type="parTrans" cxnId="{662DA5B7-9034-4261-98C9-8DCC16FBED85}">
      <dgm:prSet/>
      <dgm:spPr/>
      <dgm:t>
        <a:bodyPr/>
        <a:lstStyle/>
        <a:p>
          <a:endParaRPr lang="es-GT"/>
        </a:p>
      </dgm:t>
    </dgm:pt>
    <dgm:pt modelId="{59334578-E6B5-4EAB-9F9E-2EF78537395B}" type="sibTrans" cxnId="{662DA5B7-9034-4261-98C9-8DCC16FBED85}">
      <dgm:prSet/>
      <dgm:spPr/>
      <dgm:t>
        <a:bodyPr/>
        <a:lstStyle/>
        <a:p>
          <a:endParaRPr lang="es-GT"/>
        </a:p>
      </dgm:t>
    </dgm:pt>
    <dgm:pt modelId="{6C032BB4-A19C-47EC-AA3E-D0CED5B7D9B2}">
      <dgm:prSet custT="1"/>
      <dgm:spPr/>
      <dgm:t>
        <a:bodyPr/>
        <a:lstStyle/>
        <a:p>
          <a:r>
            <a:rPr lang="es-ES" sz="1400" dirty="0"/>
            <a:t>Pruebas médicas </a:t>
          </a:r>
          <a:endParaRPr lang="es-GT" sz="1400" dirty="0"/>
        </a:p>
      </dgm:t>
    </dgm:pt>
    <dgm:pt modelId="{5201A605-8BD8-4395-8370-84439CFE84CC}" type="parTrans" cxnId="{A87D1CD8-58BF-4331-8474-C51183D7A510}">
      <dgm:prSet/>
      <dgm:spPr/>
      <dgm:t>
        <a:bodyPr/>
        <a:lstStyle/>
        <a:p>
          <a:endParaRPr lang="es-GT"/>
        </a:p>
      </dgm:t>
    </dgm:pt>
    <dgm:pt modelId="{0A85D0A3-DAE7-4D5B-899F-5C7E9A72DDF7}" type="sibTrans" cxnId="{A87D1CD8-58BF-4331-8474-C51183D7A510}">
      <dgm:prSet/>
      <dgm:spPr/>
      <dgm:t>
        <a:bodyPr/>
        <a:lstStyle/>
        <a:p>
          <a:endParaRPr lang="es-GT"/>
        </a:p>
      </dgm:t>
    </dgm:pt>
    <dgm:pt modelId="{DC0821C9-9D68-40B4-9218-6A5BDC4C05E3}">
      <dgm:prSet custT="1"/>
      <dgm:spPr/>
      <dgm:t>
        <a:bodyPr/>
        <a:lstStyle/>
        <a:p>
          <a:r>
            <a:rPr lang="es-ES" sz="1400" dirty="0"/>
            <a:t>Servicio contratado </a:t>
          </a:r>
          <a:endParaRPr lang="es-GT" sz="1400" dirty="0"/>
        </a:p>
      </dgm:t>
    </dgm:pt>
    <dgm:pt modelId="{DFB912DF-CEE1-449D-BAB9-8F501B997ED7}" type="parTrans" cxnId="{134277E7-4B94-49A3-9F29-8D0C9021CB88}">
      <dgm:prSet/>
      <dgm:spPr/>
      <dgm:t>
        <a:bodyPr/>
        <a:lstStyle/>
        <a:p>
          <a:endParaRPr lang="es-GT"/>
        </a:p>
      </dgm:t>
    </dgm:pt>
    <dgm:pt modelId="{875E4B7C-7B76-4B73-A02B-5A5E8C662530}" type="sibTrans" cxnId="{134277E7-4B94-49A3-9F29-8D0C9021CB88}">
      <dgm:prSet/>
      <dgm:spPr/>
      <dgm:t>
        <a:bodyPr/>
        <a:lstStyle/>
        <a:p>
          <a:endParaRPr lang="es-GT"/>
        </a:p>
      </dgm:t>
    </dgm:pt>
    <dgm:pt modelId="{39774944-15D0-45F7-831D-2E0EAF893762}">
      <dgm:prSet custT="1"/>
      <dgm:spPr/>
      <dgm:t>
        <a:bodyPr/>
        <a:lstStyle/>
        <a:p>
          <a:r>
            <a:rPr lang="es-ES" sz="1400" dirty="0"/>
            <a:t>Matriz Comparativa </a:t>
          </a:r>
          <a:endParaRPr lang="es-GT" sz="1400" dirty="0"/>
        </a:p>
      </dgm:t>
    </dgm:pt>
    <dgm:pt modelId="{3EBC97AE-47F2-4164-9F20-10ECC03A865B}" type="parTrans" cxnId="{A8135576-A63F-4D0D-A58C-CBD16DA260E4}">
      <dgm:prSet/>
      <dgm:spPr/>
      <dgm:t>
        <a:bodyPr/>
        <a:lstStyle/>
        <a:p>
          <a:endParaRPr lang="es-GT"/>
        </a:p>
      </dgm:t>
    </dgm:pt>
    <dgm:pt modelId="{345BEDAF-5406-4D46-9B8F-A38C3E158F60}" type="sibTrans" cxnId="{A8135576-A63F-4D0D-A58C-CBD16DA260E4}">
      <dgm:prSet/>
      <dgm:spPr/>
      <dgm:t>
        <a:bodyPr/>
        <a:lstStyle/>
        <a:p>
          <a:endParaRPr lang="es-GT"/>
        </a:p>
      </dgm:t>
    </dgm:pt>
    <dgm:pt modelId="{4B705452-36B2-41C2-BCCD-659A1942970A}">
      <dgm:prSet custT="1"/>
      <dgm:spPr/>
      <dgm:t>
        <a:bodyPr/>
        <a:lstStyle/>
        <a:p>
          <a:r>
            <a:rPr lang="es-ES" sz="1400" dirty="0"/>
            <a:t>Oferta </a:t>
          </a:r>
          <a:endParaRPr lang="es-GT" sz="1400" dirty="0"/>
        </a:p>
      </dgm:t>
    </dgm:pt>
    <dgm:pt modelId="{EB967D99-C7DE-40A8-BECA-75B78193444B}" type="parTrans" cxnId="{1BCC32B3-3521-41C5-BA6C-F290060FF960}">
      <dgm:prSet/>
      <dgm:spPr/>
      <dgm:t>
        <a:bodyPr/>
        <a:lstStyle/>
        <a:p>
          <a:endParaRPr lang="es-GT"/>
        </a:p>
      </dgm:t>
    </dgm:pt>
    <dgm:pt modelId="{48EF5379-536E-46C5-AD97-561126D2E27C}" type="sibTrans" cxnId="{1BCC32B3-3521-41C5-BA6C-F290060FF960}">
      <dgm:prSet/>
      <dgm:spPr/>
      <dgm:t>
        <a:bodyPr/>
        <a:lstStyle/>
        <a:p>
          <a:endParaRPr lang="es-GT"/>
        </a:p>
      </dgm:t>
    </dgm:pt>
    <dgm:pt modelId="{0E85B56E-8228-4E71-9B8E-6D2E2088F17B}">
      <dgm:prSet custT="1"/>
      <dgm:spPr/>
      <dgm:t>
        <a:bodyPr/>
        <a:lstStyle/>
        <a:p>
          <a:r>
            <a:rPr lang="es-ES" sz="1400" dirty="0"/>
            <a:t>Outlook </a:t>
          </a:r>
          <a:endParaRPr lang="es-GT" sz="1400" dirty="0"/>
        </a:p>
      </dgm:t>
    </dgm:pt>
    <dgm:pt modelId="{7912A58F-ECA2-4758-A579-906281DBC16C}" type="parTrans" cxnId="{02701B19-F0EC-4FD9-A643-28CF6D21979D}">
      <dgm:prSet/>
      <dgm:spPr/>
      <dgm:t>
        <a:bodyPr/>
        <a:lstStyle/>
        <a:p>
          <a:endParaRPr lang="es-GT"/>
        </a:p>
      </dgm:t>
    </dgm:pt>
    <dgm:pt modelId="{6024635B-594A-4FA0-9C7F-49B72C82C388}" type="sibTrans" cxnId="{02701B19-F0EC-4FD9-A643-28CF6D21979D}">
      <dgm:prSet/>
      <dgm:spPr/>
      <dgm:t>
        <a:bodyPr/>
        <a:lstStyle/>
        <a:p>
          <a:endParaRPr lang="es-GT"/>
        </a:p>
      </dgm:t>
    </dgm:pt>
    <dgm:pt modelId="{E1907400-DE75-4395-A68B-F6C1990FB465}">
      <dgm:prSet custT="1"/>
      <dgm:spPr/>
      <dgm:t>
        <a:bodyPr/>
        <a:lstStyle/>
        <a:p>
          <a:r>
            <a:rPr lang="es-GT" sz="1400" dirty="0" err="1"/>
            <a:t>Docusing</a:t>
          </a:r>
          <a:r>
            <a:rPr lang="es-GT" sz="1400" dirty="0"/>
            <a:t> </a:t>
          </a:r>
        </a:p>
      </dgm:t>
    </dgm:pt>
    <dgm:pt modelId="{446D129A-5E45-4F9C-9B75-1E6867535D0D}" type="parTrans" cxnId="{A1F750A4-7B40-47C3-A682-3D0D12CDEFE1}">
      <dgm:prSet/>
      <dgm:spPr/>
      <dgm:t>
        <a:bodyPr/>
        <a:lstStyle/>
        <a:p>
          <a:endParaRPr lang="es-GT"/>
        </a:p>
      </dgm:t>
    </dgm:pt>
    <dgm:pt modelId="{624939F6-2BD5-4FF3-B6C6-925538B29D5D}" type="sibTrans" cxnId="{A1F750A4-7B40-47C3-A682-3D0D12CDEFE1}">
      <dgm:prSet/>
      <dgm:spPr/>
      <dgm:t>
        <a:bodyPr/>
        <a:lstStyle/>
        <a:p>
          <a:endParaRPr lang="es-GT"/>
        </a:p>
      </dgm:t>
    </dgm:pt>
    <dgm:pt modelId="{B3A666F4-D120-43DA-8078-F9962F22540C}">
      <dgm:prSet custT="1"/>
      <dgm:spPr/>
      <dgm:t>
        <a:bodyPr/>
        <a:lstStyle/>
        <a:p>
          <a:r>
            <a:rPr lang="es-ES" sz="1400"/>
            <a:t>Contratación </a:t>
          </a:r>
          <a:endParaRPr lang="es-GT" sz="1400" dirty="0"/>
        </a:p>
      </dgm:t>
    </dgm:pt>
    <dgm:pt modelId="{28A9E10D-882F-4637-B9D8-25C0BE60B63D}" type="parTrans" cxnId="{3219E985-A991-44FC-A4B7-ED1359AB44A8}">
      <dgm:prSet/>
      <dgm:spPr/>
      <dgm:t>
        <a:bodyPr/>
        <a:lstStyle/>
        <a:p>
          <a:endParaRPr lang="es-GT"/>
        </a:p>
      </dgm:t>
    </dgm:pt>
    <dgm:pt modelId="{E290E6D8-EAD5-41E2-BAA4-F5BA5B602365}" type="sibTrans" cxnId="{3219E985-A991-44FC-A4B7-ED1359AB44A8}">
      <dgm:prSet/>
      <dgm:spPr/>
      <dgm:t>
        <a:bodyPr/>
        <a:lstStyle/>
        <a:p>
          <a:endParaRPr lang="es-GT"/>
        </a:p>
      </dgm:t>
    </dgm:pt>
    <dgm:pt modelId="{AD2A2BC4-B48A-40B4-9172-E2882D915412}">
      <dgm:prSet custT="1"/>
      <dgm:spPr/>
      <dgm:t>
        <a:bodyPr/>
        <a:lstStyle/>
        <a:p>
          <a:r>
            <a:rPr lang="es-ES" sz="1400" dirty="0"/>
            <a:t>Word</a:t>
          </a:r>
          <a:endParaRPr lang="es-GT" sz="1400" dirty="0"/>
        </a:p>
      </dgm:t>
    </dgm:pt>
    <dgm:pt modelId="{4862E1D0-2101-4C76-A69B-8A9A22AA18FB}" type="parTrans" cxnId="{2554DBA6-27BD-4E31-919E-2327670A757A}">
      <dgm:prSet/>
      <dgm:spPr/>
      <dgm:t>
        <a:bodyPr/>
        <a:lstStyle/>
        <a:p>
          <a:endParaRPr lang="es-GT"/>
        </a:p>
      </dgm:t>
    </dgm:pt>
    <dgm:pt modelId="{A12CACF1-0160-4253-85E7-1F38F6951986}" type="sibTrans" cxnId="{2554DBA6-27BD-4E31-919E-2327670A757A}">
      <dgm:prSet/>
      <dgm:spPr/>
      <dgm:t>
        <a:bodyPr/>
        <a:lstStyle/>
        <a:p>
          <a:endParaRPr lang="es-GT"/>
        </a:p>
      </dgm:t>
    </dgm:pt>
    <dgm:pt modelId="{C6A6B23A-BE99-414E-963C-32225E197F58}">
      <dgm:prSet custT="1"/>
      <dgm:spPr/>
      <dgm:t>
        <a:bodyPr/>
        <a:lstStyle/>
        <a:p>
          <a:r>
            <a:rPr lang="es-GT" sz="1400" dirty="0"/>
            <a:t>Microsoft Office </a:t>
          </a:r>
        </a:p>
      </dgm:t>
    </dgm:pt>
    <dgm:pt modelId="{71F9ED53-367C-4FB3-9A90-E5CEA27F7470}" type="parTrans" cxnId="{B5EADEE7-25CF-4C23-8455-CC9495B8E8B4}">
      <dgm:prSet/>
      <dgm:spPr/>
      <dgm:t>
        <a:bodyPr/>
        <a:lstStyle/>
        <a:p>
          <a:endParaRPr lang="es-GT"/>
        </a:p>
      </dgm:t>
    </dgm:pt>
    <dgm:pt modelId="{A996F42F-D3EE-46FA-AAC8-39B4AC36365A}" type="sibTrans" cxnId="{B5EADEE7-25CF-4C23-8455-CC9495B8E8B4}">
      <dgm:prSet/>
      <dgm:spPr/>
      <dgm:t>
        <a:bodyPr/>
        <a:lstStyle/>
        <a:p>
          <a:endParaRPr lang="es-GT"/>
        </a:p>
      </dgm:t>
    </dgm:pt>
    <dgm:pt modelId="{FC0896EF-1DD5-4EE0-A605-948BF0501700}">
      <dgm:prSet custT="1"/>
      <dgm:spPr/>
      <dgm:t>
        <a:bodyPr/>
        <a:lstStyle/>
        <a:p>
          <a:r>
            <a:rPr lang="es-GT" sz="1400" dirty="0"/>
            <a:t>Microsoft </a:t>
          </a:r>
        </a:p>
      </dgm:t>
    </dgm:pt>
    <dgm:pt modelId="{1928D993-7488-42B0-A844-E1F06D60B743}" type="parTrans" cxnId="{4661D481-E169-4200-B8FA-21EC536F4B50}">
      <dgm:prSet/>
      <dgm:spPr/>
      <dgm:t>
        <a:bodyPr/>
        <a:lstStyle/>
        <a:p>
          <a:endParaRPr lang="es-GT"/>
        </a:p>
      </dgm:t>
    </dgm:pt>
    <dgm:pt modelId="{BBA63468-483F-4065-8E69-8E86645A0B47}" type="sibTrans" cxnId="{4661D481-E169-4200-B8FA-21EC536F4B50}">
      <dgm:prSet/>
      <dgm:spPr/>
      <dgm:t>
        <a:bodyPr/>
        <a:lstStyle/>
        <a:p>
          <a:endParaRPr lang="es-GT"/>
        </a:p>
      </dgm:t>
    </dgm:pt>
    <dgm:pt modelId="{D61B6CAC-8671-41C5-9EE9-E031A93AE256}" type="pres">
      <dgm:prSet presAssocID="{90A902DF-5D32-40A6-9F57-A27660DF8E95}" presName="Name0" presStyleCnt="0">
        <dgm:presLayoutVars>
          <dgm:dir/>
          <dgm:animLvl val="lvl"/>
          <dgm:resizeHandles val="exact"/>
        </dgm:presLayoutVars>
      </dgm:prSet>
      <dgm:spPr/>
    </dgm:pt>
    <dgm:pt modelId="{7DF0000A-441F-4AB5-AAC6-1DC93A2E8D6C}" type="pres">
      <dgm:prSet presAssocID="{95D3F325-2FA2-41E5-A811-C14E58EC7DD0}" presName="composite" presStyleCnt="0"/>
      <dgm:spPr/>
    </dgm:pt>
    <dgm:pt modelId="{8C2E4CB7-C007-4684-BACA-D65FF6D74799}" type="pres">
      <dgm:prSet presAssocID="{95D3F325-2FA2-41E5-A811-C14E58EC7DD0}" presName="parTx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43929C41-6589-4F11-9FA2-9EA9EE5EB30F}" type="pres">
      <dgm:prSet presAssocID="{95D3F325-2FA2-41E5-A811-C14E58EC7DD0}" presName="desTx" presStyleLbl="alignAccFollowNode1" presStyleIdx="0" presStyleCnt="6">
        <dgm:presLayoutVars>
          <dgm:bulletEnabled val="1"/>
        </dgm:presLayoutVars>
      </dgm:prSet>
      <dgm:spPr/>
    </dgm:pt>
    <dgm:pt modelId="{1A799003-640D-4E8C-9661-2730CA0859E1}" type="pres">
      <dgm:prSet presAssocID="{7C181315-DC2C-4B73-B106-303B659E4CC6}" presName="space" presStyleCnt="0"/>
      <dgm:spPr/>
    </dgm:pt>
    <dgm:pt modelId="{8FB285B9-C7D0-4DA0-A2A4-EDABABF4E447}" type="pres">
      <dgm:prSet presAssocID="{85661210-C128-4957-BF6C-F045D08DF678}" presName="composite" presStyleCnt="0"/>
      <dgm:spPr/>
    </dgm:pt>
    <dgm:pt modelId="{185536D0-3C8B-442F-9A1A-E5184F4B6066}" type="pres">
      <dgm:prSet presAssocID="{85661210-C128-4957-BF6C-F045D08DF678}" presName="parTx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EF1A3C4B-179D-4F83-833E-3DA6977D95D1}" type="pres">
      <dgm:prSet presAssocID="{85661210-C128-4957-BF6C-F045D08DF678}" presName="desTx" presStyleLbl="alignAccFollowNode1" presStyleIdx="1" presStyleCnt="6">
        <dgm:presLayoutVars>
          <dgm:bulletEnabled val="1"/>
        </dgm:presLayoutVars>
      </dgm:prSet>
      <dgm:spPr/>
    </dgm:pt>
    <dgm:pt modelId="{AF09A35F-1926-4244-9B04-5840498C5FE5}" type="pres">
      <dgm:prSet presAssocID="{70B24E15-BCAE-403F-B3E2-40F43551A66C}" presName="space" presStyleCnt="0"/>
      <dgm:spPr/>
    </dgm:pt>
    <dgm:pt modelId="{4197217B-2D3D-4A19-AF0E-F6E3ACC25BE4}" type="pres">
      <dgm:prSet presAssocID="{6C032BB4-A19C-47EC-AA3E-D0CED5B7D9B2}" presName="composite" presStyleCnt="0"/>
      <dgm:spPr/>
    </dgm:pt>
    <dgm:pt modelId="{FA95F4F9-288C-4291-A503-30F7ABB2B92B}" type="pres">
      <dgm:prSet presAssocID="{6C032BB4-A19C-47EC-AA3E-D0CED5B7D9B2}" presName="parTx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EB011343-42CC-4BE2-8D95-4A6C2FE4C792}" type="pres">
      <dgm:prSet presAssocID="{6C032BB4-A19C-47EC-AA3E-D0CED5B7D9B2}" presName="desTx" presStyleLbl="alignAccFollowNode1" presStyleIdx="2" presStyleCnt="6">
        <dgm:presLayoutVars>
          <dgm:bulletEnabled val="1"/>
        </dgm:presLayoutVars>
      </dgm:prSet>
      <dgm:spPr/>
    </dgm:pt>
    <dgm:pt modelId="{D5A7AF14-31C0-4CF2-AA0E-74F002ECDFB2}" type="pres">
      <dgm:prSet presAssocID="{0A85D0A3-DAE7-4D5B-899F-5C7E9A72DDF7}" presName="space" presStyleCnt="0"/>
      <dgm:spPr/>
    </dgm:pt>
    <dgm:pt modelId="{4101BD22-E884-4B2F-B2C2-617EE6A58968}" type="pres">
      <dgm:prSet presAssocID="{39774944-15D0-45F7-831D-2E0EAF893762}" presName="composite" presStyleCnt="0"/>
      <dgm:spPr/>
    </dgm:pt>
    <dgm:pt modelId="{AC64D3D0-36B2-40E3-98BC-096357748302}" type="pres">
      <dgm:prSet presAssocID="{39774944-15D0-45F7-831D-2E0EAF893762}" presName="parTx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B3F2260D-DFBD-460B-A693-80A058756384}" type="pres">
      <dgm:prSet presAssocID="{39774944-15D0-45F7-831D-2E0EAF893762}" presName="desTx" presStyleLbl="alignAccFollowNode1" presStyleIdx="3" presStyleCnt="6">
        <dgm:presLayoutVars>
          <dgm:bulletEnabled val="1"/>
        </dgm:presLayoutVars>
      </dgm:prSet>
      <dgm:spPr/>
    </dgm:pt>
    <dgm:pt modelId="{71FB2D2B-9B8D-4E33-95C5-E7F5262B10F5}" type="pres">
      <dgm:prSet presAssocID="{345BEDAF-5406-4D46-9B8F-A38C3E158F60}" presName="space" presStyleCnt="0"/>
      <dgm:spPr/>
    </dgm:pt>
    <dgm:pt modelId="{673940D9-204E-4BF1-9677-3D006312CEDE}" type="pres">
      <dgm:prSet presAssocID="{4B705452-36B2-41C2-BCCD-659A1942970A}" presName="composite" presStyleCnt="0"/>
      <dgm:spPr/>
    </dgm:pt>
    <dgm:pt modelId="{2A412C79-BEFC-43CF-AEC6-136A6AA9A638}" type="pres">
      <dgm:prSet presAssocID="{4B705452-36B2-41C2-BCCD-659A1942970A}" presName="parTx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B06EC4A3-9C43-4D2A-B473-167F2802ADB3}" type="pres">
      <dgm:prSet presAssocID="{4B705452-36B2-41C2-BCCD-659A1942970A}" presName="desTx" presStyleLbl="alignAccFollowNode1" presStyleIdx="4" presStyleCnt="6">
        <dgm:presLayoutVars>
          <dgm:bulletEnabled val="1"/>
        </dgm:presLayoutVars>
      </dgm:prSet>
      <dgm:spPr/>
    </dgm:pt>
    <dgm:pt modelId="{FF50D9FC-B675-489E-8FF3-73B532C4F736}" type="pres">
      <dgm:prSet presAssocID="{48EF5379-536E-46C5-AD97-561126D2E27C}" presName="space" presStyleCnt="0"/>
      <dgm:spPr/>
    </dgm:pt>
    <dgm:pt modelId="{7DBEEFF9-650F-4B76-AB2E-C68EEFD07B44}" type="pres">
      <dgm:prSet presAssocID="{B3A666F4-D120-43DA-8078-F9962F22540C}" presName="composite" presStyleCnt="0"/>
      <dgm:spPr/>
    </dgm:pt>
    <dgm:pt modelId="{D3A2723B-DB73-40F3-AEA8-96F4F0F372F0}" type="pres">
      <dgm:prSet presAssocID="{B3A666F4-D120-43DA-8078-F9962F22540C}" presName="parTx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295C6950-FC41-4BCD-99BE-942F5BD9BB81}" type="pres">
      <dgm:prSet presAssocID="{B3A666F4-D120-43DA-8078-F9962F22540C}" presName="desTx" presStyleLbl="alignAccFollowNode1" presStyleIdx="5" presStyleCnt="6">
        <dgm:presLayoutVars>
          <dgm:bulletEnabled val="1"/>
        </dgm:presLayoutVars>
      </dgm:prSet>
      <dgm:spPr/>
    </dgm:pt>
  </dgm:ptLst>
  <dgm:cxnLst>
    <dgm:cxn modelId="{E77C5E16-E956-415A-A507-3A20824AB5E1}" type="presOf" srcId="{0E85B56E-8228-4E71-9B8E-6D2E2088F17B}" destId="{B3F2260D-DFBD-460B-A693-80A058756384}" srcOrd="0" destOrd="0" presId="urn:microsoft.com/office/officeart/2005/8/layout/hList1"/>
    <dgm:cxn modelId="{231A0118-83CF-42E4-BD20-2419473C0815}" type="presOf" srcId="{DC0821C9-9D68-40B4-9218-6A5BDC4C05E3}" destId="{EB011343-42CC-4BE2-8D95-4A6C2FE4C792}" srcOrd="0" destOrd="0" presId="urn:microsoft.com/office/officeart/2005/8/layout/hList1"/>
    <dgm:cxn modelId="{02701B19-F0EC-4FD9-A643-28CF6D21979D}" srcId="{39774944-15D0-45F7-831D-2E0EAF893762}" destId="{0E85B56E-8228-4E71-9B8E-6D2E2088F17B}" srcOrd="0" destOrd="0" parTransId="{7912A58F-ECA2-4758-A579-906281DBC16C}" sibTransId="{6024635B-594A-4FA0-9C7F-49B72C82C388}"/>
    <dgm:cxn modelId="{9F4DDC30-AEC4-4FE1-88AA-EBC9B9812227}" srcId="{95D3F325-2FA2-41E5-A811-C14E58EC7DD0}" destId="{5A81600E-5CAB-4656-954A-A6856BCA5C3A}" srcOrd="0" destOrd="0" parTransId="{B2AC1C28-EC89-4E44-B29C-3985F13A5A87}" sibTransId="{4D554F38-21E0-48E6-886C-30138434F358}"/>
    <dgm:cxn modelId="{1CE9055B-98BD-49A2-BD2C-FC53347BD26F}" type="presOf" srcId="{39774944-15D0-45F7-831D-2E0EAF893762}" destId="{AC64D3D0-36B2-40E3-98BC-096357748302}" srcOrd="0" destOrd="0" presId="urn:microsoft.com/office/officeart/2005/8/layout/hList1"/>
    <dgm:cxn modelId="{D34A6162-7FEB-4A42-8AAA-3B535B9A04B4}" type="presOf" srcId="{90A902DF-5D32-40A6-9F57-A27660DF8E95}" destId="{D61B6CAC-8671-41C5-9EE9-E031A93AE256}" srcOrd="0" destOrd="0" presId="urn:microsoft.com/office/officeart/2005/8/layout/hList1"/>
    <dgm:cxn modelId="{8DEE764A-C160-4CE4-97A7-C4EE85689B7A}" srcId="{90A902DF-5D32-40A6-9F57-A27660DF8E95}" destId="{95D3F325-2FA2-41E5-A811-C14E58EC7DD0}" srcOrd="0" destOrd="0" parTransId="{0911A16B-FA55-416D-A4CC-2335EB62D22B}" sibTransId="{7C181315-DC2C-4B73-B106-303B659E4CC6}"/>
    <dgm:cxn modelId="{A8135576-A63F-4D0D-A58C-CBD16DA260E4}" srcId="{90A902DF-5D32-40A6-9F57-A27660DF8E95}" destId="{39774944-15D0-45F7-831D-2E0EAF893762}" srcOrd="3" destOrd="0" parTransId="{3EBC97AE-47F2-4164-9F20-10ECC03A865B}" sibTransId="{345BEDAF-5406-4D46-9B8F-A38C3E158F60}"/>
    <dgm:cxn modelId="{BDE87379-5076-4527-BE67-EA554FC502B7}" type="presOf" srcId="{5A81600E-5CAB-4656-954A-A6856BCA5C3A}" destId="{43929C41-6589-4F11-9FA2-9EA9EE5EB30F}" srcOrd="0" destOrd="0" presId="urn:microsoft.com/office/officeart/2005/8/layout/hList1"/>
    <dgm:cxn modelId="{4661D481-E169-4200-B8FA-21EC536F4B50}" srcId="{39774944-15D0-45F7-831D-2E0EAF893762}" destId="{FC0896EF-1DD5-4EE0-A605-948BF0501700}" srcOrd="1" destOrd="0" parTransId="{1928D993-7488-42B0-A844-E1F06D60B743}" sibTransId="{BBA63468-483F-4065-8E69-8E86645A0B47}"/>
    <dgm:cxn modelId="{3219E985-A991-44FC-A4B7-ED1359AB44A8}" srcId="{90A902DF-5D32-40A6-9F57-A27660DF8E95}" destId="{B3A666F4-D120-43DA-8078-F9962F22540C}" srcOrd="5" destOrd="0" parTransId="{28A9E10D-882F-4637-B9D8-25C0BE60B63D}" sibTransId="{E290E6D8-EAD5-41E2-BAA4-F5BA5B602365}"/>
    <dgm:cxn modelId="{B7E48586-E41E-4620-9342-51EF337F1442}" type="presOf" srcId="{6C032BB4-A19C-47EC-AA3E-D0CED5B7D9B2}" destId="{FA95F4F9-288C-4291-A503-30F7ABB2B92B}" srcOrd="0" destOrd="0" presId="urn:microsoft.com/office/officeart/2005/8/layout/hList1"/>
    <dgm:cxn modelId="{67C7C896-2936-41E5-AFE5-1BC548FF21BE}" srcId="{90A902DF-5D32-40A6-9F57-A27660DF8E95}" destId="{85661210-C128-4957-BF6C-F045D08DF678}" srcOrd="1" destOrd="0" parTransId="{5FADEB0F-216F-4586-8E59-F39122A4DC7C}" sibTransId="{70B24E15-BCAE-403F-B3E2-40F43551A66C}"/>
    <dgm:cxn modelId="{A1F750A4-7B40-47C3-A682-3D0D12CDEFE1}" srcId="{4B705452-36B2-41C2-BCCD-659A1942970A}" destId="{E1907400-DE75-4395-A68B-F6C1990FB465}" srcOrd="0" destOrd="0" parTransId="{446D129A-5E45-4F9C-9B75-1E6867535D0D}" sibTransId="{624939F6-2BD5-4FF3-B6C6-925538B29D5D}"/>
    <dgm:cxn modelId="{2554DBA6-27BD-4E31-919E-2327670A757A}" srcId="{B3A666F4-D120-43DA-8078-F9962F22540C}" destId="{AD2A2BC4-B48A-40B4-9172-E2882D915412}" srcOrd="0" destOrd="0" parTransId="{4862E1D0-2101-4C76-A69B-8A9A22AA18FB}" sibTransId="{A12CACF1-0160-4253-85E7-1F38F6951986}"/>
    <dgm:cxn modelId="{3EF364A7-7A26-4E17-830D-A6FF9564B51D}" type="presOf" srcId="{AD2A2BC4-B48A-40B4-9172-E2882D915412}" destId="{295C6950-FC41-4BCD-99BE-942F5BD9BB81}" srcOrd="0" destOrd="0" presId="urn:microsoft.com/office/officeart/2005/8/layout/hList1"/>
    <dgm:cxn modelId="{1BCC32B3-3521-41C5-BA6C-F290060FF960}" srcId="{90A902DF-5D32-40A6-9F57-A27660DF8E95}" destId="{4B705452-36B2-41C2-BCCD-659A1942970A}" srcOrd="4" destOrd="0" parTransId="{EB967D99-C7DE-40A8-BECA-75B78193444B}" sibTransId="{48EF5379-536E-46C5-AD97-561126D2E27C}"/>
    <dgm:cxn modelId="{662DA5B7-9034-4261-98C9-8DCC16FBED85}" srcId="{85661210-C128-4957-BF6C-F045D08DF678}" destId="{861AF957-6915-4A90-BAD2-EAF7211109C0}" srcOrd="0" destOrd="0" parTransId="{6F96B308-B463-447C-B97C-1CB87B1FF9A9}" sibTransId="{59334578-E6B5-4EAB-9F9E-2EF78537395B}"/>
    <dgm:cxn modelId="{E992A5BF-AAE1-4CE5-A23E-761F7B8FD931}" type="presOf" srcId="{4B705452-36B2-41C2-BCCD-659A1942970A}" destId="{2A412C79-BEFC-43CF-AEC6-136A6AA9A638}" srcOrd="0" destOrd="0" presId="urn:microsoft.com/office/officeart/2005/8/layout/hList1"/>
    <dgm:cxn modelId="{CCEAADC0-A8B1-403F-904B-3E6C6B69270C}" type="presOf" srcId="{E1907400-DE75-4395-A68B-F6C1990FB465}" destId="{B06EC4A3-9C43-4D2A-B473-167F2802ADB3}" srcOrd="0" destOrd="0" presId="urn:microsoft.com/office/officeart/2005/8/layout/hList1"/>
    <dgm:cxn modelId="{796D6FD5-95D4-46F2-8E5F-A2BC3DEE16A5}" type="presOf" srcId="{861AF957-6915-4A90-BAD2-EAF7211109C0}" destId="{EF1A3C4B-179D-4F83-833E-3DA6977D95D1}" srcOrd="0" destOrd="0" presId="urn:microsoft.com/office/officeart/2005/8/layout/hList1"/>
    <dgm:cxn modelId="{A87D1CD8-58BF-4331-8474-C51183D7A510}" srcId="{90A902DF-5D32-40A6-9F57-A27660DF8E95}" destId="{6C032BB4-A19C-47EC-AA3E-D0CED5B7D9B2}" srcOrd="2" destOrd="0" parTransId="{5201A605-8BD8-4395-8370-84439CFE84CC}" sibTransId="{0A85D0A3-DAE7-4D5B-899F-5C7E9A72DDF7}"/>
    <dgm:cxn modelId="{B11E5BDC-8760-4FD6-9600-29195D14480D}" type="presOf" srcId="{C6A6B23A-BE99-414E-963C-32225E197F58}" destId="{43929C41-6589-4F11-9FA2-9EA9EE5EB30F}" srcOrd="0" destOrd="1" presId="urn:microsoft.com/office/officeart/2005/8/layout/hList1"/>
    <dgm:cxn modelId="{870CA8E2-2732-46CF-A93F-B708D2948C1B}" type="presOf" srcId="{FC0896EF-1DD5-4EE0-A605-948BF0501700}" destId="{B3F2260D-DFBD-460B-A693-80A058756384}" srcOrd="0" destOrd="1" presId="urn:microsoft.com/office/officeart/2005/8/layout/hList1"/>
    <dgm:cxn modelId="{195DCDE4-E82A-4DE2-A950-2C50969B15B4}" type="presOf" srcId="{95D3F325-2FA2-41E5-A811-C14E58EC7DD0}" destId="{8C2E4CB7-C007-4684-BACA-D65FF6D74799}" srcOrd="0" destOrd="0" presId="urn:microsoft.com/office/officeart/2005/8/layout/hList1"/>
    <dgm:cxn modelId="{134277E7-4B94-49A3-9F29-8D0C9021CB88}" srcId="{6C032BB4-A19C-47EC-AA3E-D0CED5B7D9B2}" destId="{DC0821C9-9D68-40B4-9218-6A5BDC4C05E3}" srcOrd="0" destOrd="0" parTransId="{DFB912DF-CEE1-449D-BAB9-8F501B997ED7}" sibTransId="{875E4B7C-7B76-4B73-A02B-5A5E8C662530}"/>
    <dgm:cxn modelId="{B5EADEE7-25CF-4C23-8455-CC9495B8E8B4}" srcId="{95D3F325-2FA2-41E5-A811-C14E58EC7DD0}" destId="{C6A6B23A-BE99-414E-963C-32225E197F58}" srcOrd="1" destOrd="0" parTransId="{71F9ED53-367C-4FB3-9A90-E5CEA27F7470}" sibTransId="{A996F42F-D3EE-46FA-AAC8-39B4AC36365A}"/>
    <dgm:cxn modelId="{AFBB18F3-4375-4F0B-A245-A7A3C4128066}" type="presOf" srcId="{85661210-C128-4957-BF6C-F045D08DF678}" destId="{185536D0-3C8B-442F-9A1A-E5184F4B6066}" srcOrd="0" destOrd="0" presId="urn:microsoft.com/office/officeart/2005/8/layout/hList1"/>
    <dgm:cxn modelId="{B8B03BF8-9686-4A9F-B300-55AC4520D1F0}" type="presOf" srcId="{B3A666F4-D120-43DA-8078-F9962F22540C}" destId="{D3A2723B-DB73-40F3-AEA8-96F4F0F372F0}" srcOrd="0" destOrd="0" presId="urn:microsoft.com/office/officeart/2005/8/layout/hList1"/>
    <dgm:cxn modelId="{72F73838-BC17-4F49-8B92-974E77515894}" type="presParOf" srcId="{D61B6CAC-8671-41C5-9EE9-E031A93AE256}" destId="{7DF0000A-441F-4AB5-AAC6-1DC93A2E8D6C}" srcOrd="0" destOrd="0" presId="urn:microsoft.com/office/officeart/2005/8/layout/hList1"/>
    <dgm:cxn modelId="{0154CD41-431C-4EF4-B45D-48027E1FC231}" type="presParOf" srcId="{7DF0000A-441F-4AB5-AAC6-1DC93A2E8D6C}" destId="{8C2E4CB7-C007-4684-BACA-D65FF6D74799}" srcOrd="0" destOrd="0" presId="urn:microsoft.com/office/officeart/2005/8/layout/hList1"/>
    <dgm:cxn modelId="{3EA1D014-8D0E-4045-9216-72FC732B028B}" type="presParOf" srcId="{7DF0000A-441F-4AB5-AAC6-1DC93A2E8D6C}" destId="{43929C41-6589-4F11-9FA2-9EA9EE5EB30F}" srcOrd="1" destOrd="0" presId="urn:microsoft.com/office/officeart/2005/8/layout/hList1"/>
    <dgm:cxn modelId="{775953DB-A607-4AAF-BD82-88C3C3995EFD}" type="presParOf" srcId="{D61B6CAC-8671-41C5-9EE9-E031A93AE256}" destId="{1A799003-640D-4E8C-9661-2730CA0859E1}" srcOrd="1" destOrd="0" presId="urn:microsoft.com/office/officeart/2005/8/layout/hList1"/>
    <dgm:cxn modelId="{8E850D34-3269-4215-B304-08D2C8403D50}" type="presParOf" srcId="{D61B6CAC-8671-41C5-9EE9-E031A93AE256}" destId="{8FB285B9-C7D0-4DA0-A2A4-EDABABF4E447}" srcOrd="2" destOrd="0" presId="urn:microsoft.com/office/officeart/2005/8/layout/hList1"/>
    <dgm:cxn modelId="{2E19D252-5F42-4200-9F3B-B5807E6B2B75}" type="presParOf" srcId="{8FB285B9-C7D0-4DA0-A2A4-EDABABF4E447}" destId="{185536D0-3C8B-442F-9A1A-E5184F4B6066}" srcOrd="0" destOrd="0" presId="urn:microsoft.com/office/officeart/2005/8/layout/hList1"/>
    <dgm:cxn modelId="{D3BA7A6E-C51A-49EB-8CF0-495BFA722C4C}" type="presParOf" srcId="{8FB285B9-C7D0-4DA0-A2A4-EDABABF4E447}" destId="{EF1A3C4B-179D-4F83-833E-3DA6977D95D1}" srcOrd="1" destOrd="0" presId="urn:microsoft.com/office/officeart/2005/8/layout/hList1"/>
    <dgm:cxn modelId="{7EC7EC1B-0449-4B1C-8F12-74A3F561683A}" type="presParOf" srcId="{D61B6CAC-8671-41C5-9EE9-E031A93AE256}" destId="{AF09A35F-1926-4244-9B04-5840498C5FE5}" srcOrd="3" destOrd="0" presId="urn:microsoft.com/office/officeart/2005/8/layout/hList1"/>
    <dgm:cxn modelId="{860B0759-02BB-4E4E-9F01-17A635E598BB}" type="presParOf" srcId="{D61B6CAC-8671-41C5-9EE9-E031A93AE256}" destId="{4197217B-2D3D-4A19-AF0E-F6E3ACC25BE4}" srcOrd="4" destOrd="0" presId="urn:microsoft.com/office/officeart/2005/8/layout/hList1"/>
    <dgm:cxn modelId="{5A90B6D2-E0D5-4374-AAEB-E034FC639743}" type="presParOf" srcId="{4197217B-2D3D-4A19-AF0E-F6E3ACC25BE4}" destId="{FA95F4F9-288C-4291-A503-30F7ABB2B92B}" srcOrd="0" destOrd="0" presId="urn:microsoft.com/office/officeart/2005/8/layout/hList1"/>
    <dgm:cxn modelId="{1A8EFF9B-B905-495C-8D22-9D7FAF04EF1B}" type="presParOf" srcId="{4197217B-2D3D-4A19-AF0E-F6E3ACC25BE4}" destId="{EB011343-42CC-4BE2-8D95-4A6C2FE4C792}" srcOrd="1" destOrd="0" presId="urn:microsoft.com/office/officeart/2005/8/layout/hList1"/>
    <dgm:cxn modelId="{2973D3C5-9DC0-4A3C-ADA0-B46C3A94C5FB}" type="presParOf" srcId="{D61B6CAC-8671-41C5-9EE9-E031A93AE256}" destId="{D5A7AF14-31C0-4CF2-AA0E-74F002ECDFB2}" srcOrd="5" destOrd="0" presId="urn:microsoft.com/office/officeart/2005/8/layout/hList1"/>
    <dgm:cxn modelId="{BA7ED68F-EFCC-4B97-8814-C5C7E5640F33}" type="presParOf" srcId="{D61B6CAC-8671-41C5-9EE9-E031A93AE256}" destId="{4101BD22-E884-4B2F-B2C2-617EE6A58968}" srcOrd="6" destOrd="0" presId="urn:microsoft.com/office/officeart/2005/8/layout/hList1"/>
    <dgm:cxn modelId="{96B29DCA-9D07-481D-B57C-92C29EA21E8F}" type="presParOf" srcId="{4101BD22-E884-4B2F-B2C2-617EE6A58968}" destId="{AC64D3D0-36B2-40E3-98BC-096357748302}" srcOrd="0" destOrd="0" presId="urn:microsoft.com/office/officeart/2005/8/layout/hList1"/>
    <dgm:cxn modelId="{037BF31F-3095-4252-8596-693AC020DB79}" type="presParOf" srcId="{4101BD22-E884-4B2F-B2C2-617EE6A58968}" destId="{B3F2260D-DFBD-460B-A693-80A058756384}" srcOrd="1" destOrd="0" presId="urn:microsoft.com/office/officeart/2005/8/layout/hList1"/>
    <dgm:cxn modelId="{255E42FC-9DD8-4D8E-B10B-22CAA089BD19}" type="presParOf" srcId="{D61B6CAC-8671-41C5-9EE9-E031A93AE256}" destId="{71FB2D2B-9B8D-4E33-95C5-E7F5262B10F5}" srcOrd="7" destOrd="0" presId="urn:microsoft.com/office/officeart/2005/8/layout/hList1"/>
    <dgm:cxn modelId="{DF226565-DE10-46A5-A9CB-7E02B647AED5}" type="presParOf" srcId="{D61B6CAC-8671-41C5-9EE9-E031A93AE256}" destId="{673940D9-204E-4BF1-9677-3D006312CEDE}" srcOrd="8" destOrd="0" presId="urn:microsoft.com/office/officeart/2005/8/layout/hList1"/>
    <dgm:cxn modelId="{7E2CB1A9-4CBC-4012-AA37-4EFB8B15322C}" type="presParOf" srcId="{673940D9-204E-4BF1-9677-3D006312CEDE}" destId="{2A412C79-BEFC-43CF-AEC6-136A6AA9A638}" srcOrd="0" destOrd="0" presId="urn:microsoft.com/office/officeart/2005/8/layout/hList1"/>
    <dgm:cxn modelId="{5DEA9EE6-102B-4A19-B0CC-5836051B2019}" type="presParOf" srcId="{673940D9-204E-4BF1-9677-3D006312CEDE}" destId="{B06EC4A3-9C43-4D2A-B473-167F2802ADB3}" srcOrd="1" destOrd="0" presId="urn:microsoft.com/office/officeart/2005/8/layout/hList1"/>
    <dgm:cxn modelId="{D8818A6C-C36D-4E5F-8C59-350027975BBD}" type="presParOf" srcId="{D61B6CAC-8671-41C5-9EE9-E031A93AE256}" destId="{FF50D9FC-B675-489E-8FF3-73B532C4F736}" srcOrd="9" destOrd="0" presId="urn:microsoft.com/office/officeart/2005/8/layout/hList1"/>
    <dgm:cxn modelId="{711B10DB-BEDA-4A8C-8885-7D22F926C939}" type="presParOf" srcId="{D61B6CAC-8671-41C5-9EE9-E031A93AE256}" destId="{7DBEEFF9-650F-4B76-AB2E-C68EEFD07B44}" srcOrd="10" destOrd="0" presId="urn:microsoft.com/office/officeart/2005/8/layout/hList1"/>
    <dgm:cxn modelId="{86CF226F-DF7D-4C01-92DA-0B9E2FB0038B}" type="presParOf" srcId="{7DBEEFF9-650F-4B76-AB2E-C68EEFD07B44}" destId="{D3A2723B-DB73-40F3-AEA8-96F4F0F372F0}" srcOrd="0" destOrd="0" presId="urn:microsoft.com/office/officeart/2005/8/layout/hList1"/>
    <dgm:cxn modelId="{1C4AFE0A-B2AF-4BD6-A021-221E247FE2F5}" type="presParOf" srcId="{7DBEEFF9-650F-4B76-AB2E-C68EEFD07B44}" destId="{295C6950-FC41-4BCD-99BE-942F5BD9BB8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19AD31-C8B8-4E8A-878A-C5A8BC3F048B}">
      <dsp:nvSpPr>
        <dsp:cNvPr id="0" name=""/>
        <dsp:cNvSpPr/>
      </dsp:nvSpPr>
      <dsp:spPr>
        <a:xfrm>
          <a:off x="5376" y="333540"/>
          <a:ext cx="2061034" cy="8244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Vacante </a:t>
          </a:r>
          <a:endParaRPr lang="es-GT" sz="1400" kern="1200" dirty="0"/>
        </a:p>
      </dsp:txBody>
      <dsp:txXfrm>
        <a:off x="5376" y="333540"/>
        <a:ext cx="2061034" cy="824413"/>
      </dsp:txXfrm>
    </dsp:sp>
    <dsp:sp modelId="{A1742414-DD44-43E1-BC10-BD886B8CE785}">
      <dsp:nvSpPr>
        <dsp:cNvPr id="0" name=""/>
        <dsp:cNvSpPr/>
      </dsp:nvSpPr>
      <dsp:spPr>
        <a:xfrm>
          <a:off x="5376" y="1157953"/>
          <a:ext cx="2061034" cy="28548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Requisición de personal autorizada 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Descripción del puesto </a:t>
          </a:r>
          <a:endParaRPr lang="es-GT" sz="1400" kern="1200" dirty="0"/>
        </a:p>
      </dsp:txBody>
      <dsp:txXfrm>
        <a:off x="5376" y="1157953"/>
        <a:ext cx="2061034" cy="2854800"/>
      </dsp:txXfrm>
    </dsp:sp>
    <dsp:sp modelId="{480CABA3-EFE6-4C18-A9CE-90A6104B21D3}">
      <dsp:nvSpPr>
        <dsp:cNvPr id="0" name=""/>
        <dsp:cNvSpPr/>
      </dsp:nvSpPr>
      <dsp:spPr>
        <a:xfrm>
          <a:off x="2354955" y="333540"/>
          <a:ext cx="2061034" cy="82441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Convocatoria y llamada </a:t>
          </a:r>
          <a:endParaRPr lang="es-GT" sz="1400" kern="1200" dirty="0"/>
        </a:p>
      </dsp:txBody>
      <dsp:txXfrm>
        <a:off x="2354955" y="333540"/>
        <a:ext cx="2061034" cy="824413"/>
      </dsp:txXfrm>
    </dsp:sp>
    <dsp:sp modelId="{085C180D-77B4-4149-A036-36E67B33B3B2}">
      <dsp:nvSpPr>
        <dsp:cNvPr id="0" name=""/>
        <dsp:cNvSpPr/>
      </dsp:nvSpPr>
      <dsp:spPr>
        <a:xfrm>
          <a:off x="2354955" y="1157953"/>
          <a:ext cx="2061034" cy="28548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Canales: comunidades, portales de empleo, redes sociales. 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Recepción de </a:t>
          </a:r>
          <a:r>
            <a:rPr lang="es-ES" sz="1400" kern="1200" dirty="0" err="1"/>
            <a:t>curricula</a:t>
          </a:r>
          <a:r>
            <a:rPr lang="es-ES" sz="1400" kern="1200" dirty="0"/>
            <a:t> por el canal oficial. </a:t>
          </a:r>
          <a:endParaRPr lang="es-GT" sz="1400" kern="1200" dirty="0"/>
        </a:p>
      </dsp:txBody>
      <dsp:txXfrm>
        <a:off x="2354955" y="1157953"/>
        <a:ext cx="2061034" cy="2854800"/>
      </dsp:txXfrm>
    </dsp:sp>
    <dsp:sp modelId="{836969EA-2B85-4EB7-A6CF-655E9724F609}">
      <dsp:nvSpPr>
        <dsp:cNvPr id="0" name=""/>
        <dsp:cNvSpPr/>
      </dsp:nvSpPr>
      <dsp:spPr>
        <a:xfrm>
          <a:off x="4704535" y="333540"/>
          <a:ext cx="2061034" cy="82441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 err="1"/>
            <a:t>Pre-screening</a:t>
          </a:r>
          <a:r>
            <a:rPr lang="es-ES" sz="1400" kern="1200" dirty="0"/>
            <a:t> </a:t>
          </a:r>
          <a:endParaRPr lang="es-GT" sz="1400" kern="1200" dirty="0"/>
        </a:p>
      </dsp:txBody>
      <dsp:txXfrm>
        <a:off x="4704535" y="333540"/>
        <a:ext cx="2061034" cy="824413"/>
      </dsp:txXfrm>
    </dsp:sp>
    <dsp:sp modelId="{68F1FD82-702E-42E8-8EE0-D75C63A67D53}">
      <dsp:nvSpPr>
        <dsp:cNvPr id="0" name=""/>
        <dsp:cNvSpPr/>
      </dsp:nvSpPr>
      <dsp:spPr>
        <a:xfrm>
          <a:off x="4704535" y="1157953"/>
          <a:ext cx="2061034" cy="28548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Revisión de requisitos menores 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Primer filtro para entrevista preliminar </a:t>
          </a:r>
          <a:endParaRPr lang="es-GT" sz="1400" kern="1200" dirty="0"/>
        </a:p>
      </dsp:txBody>
      <dsp:txXfrm>
        <a:off x="4704535" y="1157953"/>
        <a:ext cx="2061034" cy="2854800"/>
      </dsp:txXfrm>
    </dsp:sp>
    <dsp:sp modelId="{FBA0A963-A4CE-4CEA-9DB1-56DC831388C8}">
      <dsp:nvSpPr>
        <dsp:cNvPr id="0" name=""/>
        <dsp:cNvSpPr/>
      </dsp:nvSpPr>
      <dsp:spPr>
        <a:xfrm>
          <a:off x="7054114" y="333540"/>
          <a:ext cx="2061034" cy="8244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Entrevista con RRHH </a:t>
          </a:r>
          <a:endParaRPr lang="es-GT" sz="1400" kern="1200" dirty="0"/>
        </a:p>
      </dsp:txBody>
      <dsp:txXfrm>
        <a:off x="7054114" y="333540"/>
        <a:ext cx="2061034" cy="824413"/>
      </dsp:txXfrm>
    </dsp:sp>
    <dsp:sp modelId="{2638B625-4320-4F41-BF25-1DB28AADC41B}">
      <dsp:nvSpPr>
        <dsp:cNvPr id="0" name=""/>
        <dsp:cNvSpPr/>
      </dsp:nvSpPr>
      <dsp:spPr>
        <a:xfrm>
          <a:off x="7054114" y="1157953"/>
          <a:ext cx="2061034" cy="285480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Evaluación de competencias generales y la profundidad se hará según la posición </a:t>
          </a:r>
          <a:endParaRPr lang="es-GT" sz="1400" kern="1200" dirty="0"/>
        </a:p>
      </dsp:txBody>
      <dsp:txXfrm>
        <a:off x="7054114" y="1157953"/>
        <a:ext cx="2061034" cy="2854800"/>
      </dsp:txXfrm>
    </dsp:sp>
    <dsp:sp modelId="{E1D69524-EFDE-4CEC-BCE8-60F35992F0DC}">
      <dsp:nvSpPr>
        <dsp:cNvPr id="0" name=""/>
        <dsp:cNvSpPr/>
      </dsp:nvSpPr>
      <dsp:spPr>
        <a:xfrm>
          <a:off x="9403693" y="333540"/>
          <a:ext cx="2061034" cy="82441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Entrevista con Líder </a:t>
          </a:r>
          <a:endParaRPr lang="es-GT" sz="1400" kern="1200" dirty="0"/>
        </a:p>
      </dsp:txBody>
      <dsp:txXfrm>
        <a:off x="9403693" y="333540"/>
        <a:ext cx="2061034" cy="824413"/>
      </dsp:txXfrm>
    </dsp:sp>
    <dsp:sp modelId="{C956B8F4-6B81-4BE1-AE57-A9FEFFDC2B4D}">
      <dsp:nvSpPr>
        <dsp:cNvPr id="0" name=""/>
        <dsp:cNvSpPr/>
      </dsp:nvSpPr>
      <dsp:spPr>
        <a:xfrm>
          <a:off x="9403693" y="1157953"/>
          <a:ext cx="2061034" cy="2854800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Evaluación de competencias técnicas y conocimientos específicos </a:t>
          </a:r>
          <a:endParaRPr lang="es-GT" sz="1400" kern="1200" dirty="0"/>
        </a:p>
      </dsp:txBody>
      <dsp:txXfrm>
        <a:off x="9403693" y="1157953"/>
        <a:ext cx="2061034" cy="28548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19AD31-C8B8-4E8A-878A-C5A8BC3F048B}">
      <dsp:nvSpPr>
        <dsp:cNvPr id="0" name=""/>
        <dsp:cNvSpPr/>
      </dsp:nvSpPr>
      <dsp:spPr>
        <a:xfrm>
          <a:off x="5376" y="20130"/>
          <a:ext cx="2061034" cy="662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Vacante </a:t>
          </a:r>
          <a:endParaRPr lang="es-GT" sz="1400" kern="1200" dirty="0"/>
        </a:p>
      </dsp:txBody>
      <dsp:txXfrm>
        <a:off x="5376" y="20130"/>
        <a:ext cx="2061034" cy="662400"/>
      </dsp:txXfrm>
    </dsp:sp>
    <dsp:sp modelId="{A1742414-DD44-43E1-BC10-BD886B8CE785}">
      <dsp:nvSpPr>
        <dsp:cNvPr id="0" name=""/>
        <dsp:cNvSpPr/>
      </dsp:nvSpPr>
      <dsp:spPr>
        <a:xfrm>
          <a:off x="5376" y="682530"/>
          <a:ext cx="2061034" cy="116799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GT" sz="1400" kern="1200" dirty="0"/>
            <a:t>Outlook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 err="1"/>
            <a:t>Docusing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Excel </a:t>
          </a:r>
          <a:endParaRPr lang="es-GT" sz="1400" kern="1200" dirty="0"/>
        </a:p>
      </dsp:txBody>
      <dsp:txXfrm>
        <a:off x="5376" y="682530"/>
        <a:ext cx="2061034" cy="1167997"/>
      </dsp:txXfrm>
    </dsp:sp>
    <dsp:sp modelId="{480CABA3-EFE6-4C18-A9CE-90A6104B21D3}">
      <dsp:nvSpPr>
        <dsp:cNvPr id="0" name=""/>
        <dsp:cNvSpPr/>
      </dsp:nvSpPr>
      <dsp:spPr>
        <a:xfrm>
          <a:off x="2354955" y="20130"/>
          <a:ext cx="2061034" cy="6624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Convocatoria y llamada </a:t>
          </a:r>
          <a:endParaRPr lang="es-GT" sz="1400" kern="1200" dirty="0"/>
        </a:p>
      </dsp:txBody>
      <dsp:txXfrm>
        <a:off x="2354955" y="20130"/>
        <a:ext cx="2061034" cy="662400"/>
      </dsp:txXfrm>
    </dsp:sp>
    <dsp:sp modelId="{085C180D-77B4-4149-A036-36E67B33B3B2}">
      <dsp:nvSpPr>
        <dsp:cNvPr id="0" name=""/>
        <dsp:cNvSpPr/>
      </dsp:nvSpPr>
      <dsp:spPr>
        <a:xfrm>
          <a:off x="2354955" y="682530"/>
          <a:ext cx="2061034" cy="116799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GT" sz="1400" kern="1200" dirty="0"/>
            <a:t>Redes comunitarias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Redes Sociales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GT" sz="1400" kern="1200" dirty="0" err="1"/>
            <a:t>Pandape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GT" sz="1400" kern="1200" dirty="0"/>
        </a:p>
      </dsp:txBody>
      <dsp:txXfrm>
        <a:off x="2354955" y="682530"/>
        <a:ext cx="2061034" cy="1167997"/>
      </dsp:txXfrm>
    </dsp:sp>
    <dsp:sp modelId="{836969EA-2B85-4EB7-A6CF-655E9724F609}">
      <dsp:nvSpPr>
        <dsp:cNvPr id="0" name=""/>
        <dsp:cNvSpPr/>
      </dsp:nvSpPr>
      <dsp:spPr>
        <a:xfrm>
          <a:off x="4704535" y="20130"/>
          <a:ext cx="2061034" cy="6624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 err="1"/>
            <a:t>Pre-screening</a:t>
          </a:r>
          <a:r>
            <a:rPr lang="es-ES" sz="1400" kern="1200" dirty="0"/>
            <a:t> </a:t>
          </a:r>
          <a:endParaRPr lang="es-GT" sz="1400" kern="1200" dirty="0"/>
        </a:p>
      </dsp:txBody>
      <dsp:txXfrm>
        <a:off x="4704535" y="20130"/>
        <a:ext cx="2061034" cy="662400"/>
      </dsp:txXfrm>
    </dsp:sp>
    <dsp:sp modelId="{68F1FD82-702E-42E8-8EE0-D75C63A67D53}">
      <dsp:nvSpPr>
        <dsp:cNvPr id="0" name=""/>
        <dsp:cNvSpPr/>
      </dsp:nvSpPr>
      <dsp:spPr>
        <a:xfrm>
          <a:off x="4704535" y="682530"/>
          <a:ext cx="2061034" cy="116799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Outlook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 err="1"/>
            <a:t>Whatsapp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 err="1"/>
            <a:t>Pandape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GT" sz="1400" kern="1200" dirty="0"/>
        </a:p>
      </dsp:txBody>
      <dsp:txXfrm>
        <a:off x="4704535" y="682530"/>
        <a:ext cx="2061034" cy="1167997"/>
      </dsp:txXfrm>
    </dsp:sp>
    <dsp:sp modelId="{FBA0A963-A4CE-4CEA-9DB1-56DC831388C8}">
      <dsp:nvSpPr>
        <dsp:cNvPr id="0" name=""/>
        <dsp:cNvSpPr/>
      </dsp:nvSpPr>
      <dsp:spPr>
        <a:xfrm>
          <a:off x="7054114" y="20130"/>
          <a:ext cx="2061034" cy="6624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Entrevista con RRHH </a:t>
          </a:r>
          <a:endParaRPr lang="es-GT" sz="1400" kern="1200" dirty="0"/>
        </a:p>
      </dsp:txBody>
      <dsp:txXfrm>
        <a:off x="7054114" y="20130"/>
        <a:ext cx="2061034" cy="662400"/>
      </dsp:txXfrm>
    </dsp:sp>
    <dsp:sp modelId="{2638B625-4320-4F41-BF25-1DB28AADC41B}">
      <dsp:nvSpPr>
        <dsp:cNvPr id="0" name=""/>
        <dsp:cNvSpPr/>
      </dsp:nvSpPr>
      <dsp:spPr>
        <a:xfrm>
          <a:off x="7054114" y="682530"/>
          <a:ext cx="2061034" cy="116799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Microsoft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Outlook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GT" sz="1400" kern="1200" dirty="0"/>
        </a:p>
      </dsp:txBody>
      <dsp:txXfrm>
        <a:off x="7054114" y="682530"/>
        <a:ext cx="2061034" cy="1167997"/>
      </dsp:txXfrm>
    </dsp:sp>
    <dsp:sp modelId="{E1D69524-EFDE-4CEC-BCE8-60F35992F0DC}">
      <dsp:nvSpPr>
        <dsp:cNvPr id="0" name=""/>
        <dsp:cNvSpPr/>
      </dsp:nvSpPr>
      <dsp:spPr>
        <a:xfrm>
          <a:off x="9403693" y="20130"/>
          <a:ext cx="2061034" cy="6624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Entrevista con Líder </a:t>
          </a:r>
          <a:endParaRPr lang="es-GT" sz="1400" kern="1200" dirty="0"/>
        </a:p>
      </dsp:txBody>
      <dsp:txXfrm>
        <a:off x="9403693" y="20130"/>
        <a:ext cx="2061034" cy="662400"/>
      </dsp:txXfrm>
    </dsp:sp>
    <dsp:sp modelId="{C956B8F4-6B81-4BE1-AE57-A9FEFFDC2B4D}">
      <dsp:nvSpPr>
        <dsp:cNvPr id="0" name=""/>
        <dsp:cNvSpPr/>
      </dsp:nvSpPr>
      <dsp:spPr>
        <a:xfrm>
          <a:off x="9403693" y="682530"/>
          <a:ext cx="2061034" cy="1167997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Outlook </a:t>
          </a:r>
          <a:endParaRPr lang="es-GT" sz="1400" kern="1200" dirty="0"/>
        </a:p>
      </dsp:txBody>
      <dsp:txXfrm>
        <a:off x="9403693" y="682530"/>
        <a:ext cx="2061034" cy="11679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2E4CB7-C007-4684-BACA-D65FF6D74799}">
      <dsp:nvSpPr>
        <dsp:cNvPr id="0" name=""/>
        <dsp:cNvSpPr/>
      </dsp:nvSpPr>
      <dsp:spPr>
        <a:xfrm>
          <a:off x="3220" y="190018"/>
          <a:ext cx="1710994" cy="68439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Evaluaciones técnicas y psicométricas </a:t>
          </a:r>
          <a:endParaRPr lang="es-GT" sz="1400" kern="1200" dirty="0"/>
        </a:p>
      </dsp:txBody>
      <dsp:txXfrm>
        <a:off x="3220" y="190018"/>
        <a:ext cx="1710994" cy="684397"/>
      </dsp:txXfrm>
    </dsp:sp>
    <dsp:sp modelId="{43929C41-6589-4F11-9FA2-9EA9EE5EB30F}">
      <dsp:nvSpPr>
        <dsp:cNvPr id="0" name=""/>
        <dsp:cNvSpPr/>
      </dsp:nvSpPr>
      <dsp:spPr>
        <a:xfrm>
          <a:off x="3220" y="874415"/>
          <a:ext cx="1710994" cy="28108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Pruebas que permiten confirmar si un candidato posee lo necesario para desempeñarse adecuadamente </a:t>
          </a:r>
          <a:endParaRPr lang="es-GT" sz="1400" kern="1200" dirty="0"/>
        </a:p>
      </dsp:txBody>
      <dsp:txXfrm>
        <a:off x="3220" y="874415"/>
        <a:ext cx="1710994" cy="2810880"/>
      </dsp:txXfrm>
    </dsp:sp>
    <dsp:sp modelId="{185536D0-3C8B-442F-9A1A-E5184F4B6066}">
      <dsp:nvSpPr>
        <dsp:cNvPr id="0" name=""/>
        <dsp:cNvSpPr/>
      </dsp:nvSpPr>
      <dsp:spPr>
        <a:xfrm>
          <a:off x="1953754" y="190018"/>
          <a:ext cx="1710994" cy="68439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Verificación de Referencias y Antecedentes </a:t>
          </a:r>
          <a:endParaRPr lang="es-GT" sz="1400" kern="1200" dirty="0"/>
        </a:p>
      </dsp:txBody>
      <dsp:txXfrm>
        <a:off x="1953754" y="190018"/>
        <a:ext cx="1710994" cy="684397"/>
      </dsp:txXfrm>
    </dsp:sp>
    <dsp:sp modelId="{EF1A3C4B-179D-4F83-833E-3DA6977D95D1}">
      <dsp:nvSpPr>
        <dsp:cNvPr id="0" name=""/>
        <dsp:cNvSpPr/>
      </dsp:nvSpPr>
      <dsp:spPr>
        <a:xfrm>
          <a:off x="1953754" y="874415"/>
          <a:ext cx="1710994" cy="281088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Confirmar información relevante de empleos anteriores, desempeño y comportamiento </a:t>
          </a:r>
          <a:endParaRPr lang="es-GT" sz="1400" kern="1200" dirty="0"/>
        </a:p>
      </dsp:txBody>
      <dsp:txXfrm>
        <a:off x="1953754" y="874415"/>
        <a:ext cx="1710994" cy="2810880"/>
      </dsp:txXfrm>
    </dsp:sp>
    <dsp:sp modelId="{FA95F4F9-288C-4291-A503-30F7ABB2B92B}">
      <dsp:nvSpPr>
        <dsp:cNvPr id="0" name=""/>
        <dsp:cNvSpPr/>
      </dsp:nvSpPr>
      <dsp:spPr>
        <a:xfrm>
          <a:off x="3904288" y="190018"/>
          <a:ext cx="1710994" cy="6843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Pruebas médicas </a:t>
          </a:r>
          <a:endParaRPr lang="es-GT" sz="1400" kern="1200" dirty="0"/>
        </a:p>
      </dsp:txBody>
      <dsp:txXfrm>
        <a:off x="3904288" y="190018"/>
        <a:ext cx="1710994" cy="684397"/>
      </dsp:txXfrm>
    </dsp:sp>
    <dsp:sp modelId="{EB011343-42CC-4BE2-8D95-4A6C2FE4C792}">
      <dsp:nvSpPr>
        <dsp:cNvPr id="0" name=""/>
        <dsp:cNvSpPr/>
      </dsp:nvSpPr>
      <dsp:spPr>
        <a:xfrm>
          <a:off x="3904288" y="874415"/>
          <a:ext cx="1710994" cy="281088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Dependerá el perfil médico requerido por cada posición y a riesgos. </a:t>
          </a:r>
          <a:endParaRPr lang="es-GT" sz="1400" kern="1200" dirty="0"/>
        </a:p>
      </dsp:txBody>
      <dsp:txXfrm>
        <a:off x="3904288" y="874415"/>
        <a:ext cx="1710994" cy="2810880"/>
      </dsp:txXfrm>
    </dsp:sp>
    <dsp:sp modelId="{AC64D3D0-36B2-40E3-98BC-096357748302}">
      <dsp:nvSpPr>
        <dsp:cNvPr id="0" name=""/>
        <dsp:cNvSpPr/>
      </dsp:nvSpPr>
      <dsp:spPr>
        <a:xfrm>
          <a:off x="5854822" y="190018"/>
          <a:ext cx="1710994" cy="68439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Matriz Comparativa </a:t>
          </a:r>
          <a:endParaRPr lang="es-GT" sz="1400" kern="1200" dirty="0"/>
        </a:p>
      </dsp:txBody>
      <dsp:txXfrm>
        <a:off x="5854822" y="190018"/>
        <a:ext cx="1710994" cy="684397"/>
      </dsp:txXfrm>
    </dsp:sp>
    <dsp:sp modelId="{B3F2260D-DFBD-460B-A693-80A058756384}">
      <dsp:nvSpPr>
        <dsp:cNvPr id="0" name=""/>
        <dsp:cNvSpPr/>
      </dsp:nvSpPr>
      <dsp:spPr>
        <a:xfrm>
          <a:off x="5854822" y="874415"/>
          <a:ext cx="1710994" cy="281088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Los mejores candidatos se comparan entre ellos. 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El líder contratante toma la decisión a quién se le presenta la oferta. </a:t>
          </a:r>
          <a:endParaRPr lang="es-GT" sz="1400" kern="1200" dirty="0"/>
        </a:p>
      </dsp:txBody>
      <dsp:txXfrm>
        <a:off x="5854822" y="874415"/>
        <a:ext cx="1710994" cy="2810880"/>
      </dsp:txXfrm>
    </dsp:sp>
    <dsp:sp modelId="{2A412C79-BEFC-43CF-AEC6-136A6AA9A638}">
      <dsp:nvSpPr>
        <dsp:cNvPr id="0" name=""/>
        <dsp:cNvSpPr/>
      </dsp:nvSpPr>
      <dsp:spPr>
        <a:xfrm>
          <a:off x="7805356" y="190018"/>
          <a:ext cx="1710994" cy="68439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Oferta </a:t>
          </a:r>
          <a:endParaRPr lang="es-GT" sz="1400" kern="1200" dirty="0"/>
        </a:p>
      </dsp:txBody>
      <dsp:txXfrm>
        <a:off x="7805356" y="190018"/>
        <a:ext cx="1710994" cy="684397"/>
      </dsp:txXfrm>
    </dsp:sp>
    <dsp:sp modelId="{B06EC4A3-9C43-4D2A-B473-167F2802ADB3}">
      <dsp:nvSpPr>
        <dsp:cNvPr id="0" name=""/>
        <dsp:cNvSpPr/>
      </dsp:nvSpPr>
      <dsp:spPr>
        <a:xfrm>
          <a:off x="7805356" y="874415"/>
          <a:ext cx="1710994" cy="2810880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Se presenta la carta de oferta laboral 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El candidato debe aceptar la oferta. 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Se hacen las preparaciones para el ingreso del nuevo colaborador. </a:t>
          </a:r>
          <a:endParaRPr lang="es-GT" sz="1400" kern="1200" dirty="0"/>
        </a:p>
      </dsp:txBody>
      <dsp:txXfrm>
        <a:off x="7805356" y="874415"/>
        <a:ext cx="1710994" cy="2810880"/>
      </dsp:txXfrm>
    </dsp:sp>
    <dsp:sp modelId="{D3A2723B-DB73-40F3-AEA8-96F4F0F372F0}">
      <dsp:nvSpPr>
        <dsp:cNvPr id="0" name=""/>
        <dsp:cNvSpPr/>
      </dsp:nvSpPr>
      <dsp:spPr>
        <a:xfrm>
          <a:off x="9755889" y="190018"/>
          <a:ext cx="1710994" cy="68439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Contratación </a:t>
          </a:r>
          <a:endParaRPr lang="es-GT" sz="1400" kern="1200" dirty="0"/>
        </a:p>
      </dsp:txBody>
      <dsp:txXfrm>
        <a:off x="9755889" y="190018"/>
        <a:ext cx="1710994" cy="684397"/>
      </dsp:txXfrm>
    </dsp:sp>
    <dsp:sp modelId="{295C6950-FC41-4BCD-99BE-942F5BD9BB81}">
      <dsp:nvSpPr>
        <dsp:cNvPr id="0" name=""/>
        <dsp:cNvSpPr/>
      </dsp:nvSpPr>
      <dsp:spPr>
        <a:xfrm>
          <a:off x="9755889" y="874415"/>
          <a:ext cx="1710994" cy="28108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Firma de documentos administrativos y legales. </a:t>
          </a:r>
          <a:endParaRPr lang="es-GT" sz="1400" kern="1200" dirty="0"/>
        </a:p>
      </dsp:txBody>
      <dsp:txXfrm>
        <a:off x="9755889" y="874415"/>
        <a:ext cx="1710994" cy="28108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2E4CB7-C007-4684-BACA-D65FF6D74799}">
      <dsp:nvSpPr>
        <dsp:cNvPr id="0" name=""/>
        <dsp:cNvSpPr/>
      </dsp:nvSpPr>
      <dsp:spPr>
        <a:xfrm>
          <a:off x="3220" y="12683"/>
          <a:ext cx="1710994" cy="68439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Evaluaciones técnicas y psicométricas </a:t>
          </a:r>
          <a:endParaRPr lang="es-GT" sz="1400" kern="1200" dirty="0"/>
        </a:p>
      </dsp:txBody>
      <dsp:txXfrm>
        <a:off x="3220" y="12683"/>
        <a:ext cx="1710994" cy="684397"/>
      </dsp:txXfrm>
    </dsp:sp>
    <dsp:sp modelId="{43929C41-6589-4F11-9FA2-9EA9EE5EB30F}">
      <dsp:nvSpPr>
        <dsp:cNvPr id="0" name=""/>
        <dsp:cNvSpPr/>
      </dsp:nvSpPr>
      <dsp:spPr>
        <a:xfrm>
          <a:off x="3220" y="697080"/>
          <a:ext cx="1710994" cy="11858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 err="1"/>
            <a:t>Pandape</a:t>
          </a:r>
          <a:r>
            <a:rPr lang="es-ES" sz="1400" kern="1200" dirty="0"/>
            <a:t> 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GT" sz="1400" kern="1200" dirty="0"/>
            <a:t>Microsoft Office </a:t>
          </a:r>
        </a:p>
      </dsp:txBody>
      <dsp:txXfrm>
        <a:off x="3220" y="697080"/>
        <a:ext cx="1710994" cy="1185840"/>
      </dsp:txXfrm>
    </dsp:sp>
    <dsp:sp modelId="{185536D0-3C8B-442F-9A1A-E5184F4B6066}">
      <dsp:nvSpPr>
        <dsp:cNvPr id="0" name=""/>
        <dsp:cNvSpPr/>
      </dsp:nvSpPr>
      <dsp:spPr>
        <a:xfrm>
          <a:off x="1953754" y="12683"/>
          <a:ext cx="1710994" cy="68439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Verificación de Referencias y Antecedentes </a:t>
          </a:r>
          <a:endParaRPr lang="es-GT" sz="1400" kern="1200" dirty="0"/>
        </a:p>
      </dsp:txBody>
      <dsp:txXfrm>
        <a:off x="1953754" y="12683"/>
        <a:ext cx="1710994" cy="684397"/>
      </dsp:txXfrm>
    </dsp:sp>
    <dsp:sp modelId="{EF1A3C4B-179D-4F83-833E-3DA6977D95D1}">
      <dsp:nvSpPr>
        <dsp:cNvPr id="0" name=""/>
        <dsp:cNvSpPr/>
      </dsp:nvSpPr>
      <dsp:spPr>
        <a:xfrm>
          <a:off x="1953754" y="697080"/>
          <a:ext cx="1710994" cy="118584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Servicio contratado </a:t>
          </a:r>
          <a:endParaRPr lang="es-GT" sz="1400" kern="1200" dirty="0"/>
        </a:p>
      </dsp:txBody>
      <dsp:txXfrm>
        <a:off x="1953754" y="697080"/>
        <a:ext cx="1710994" cy="1185840"/>
      </dsp:txXfrm>
    </dsp:sp>
    <dsp:sp modelId="{FA95F4F9-288C-4291-A503-30F7ABB2B92B}">
      <dsp:nvSpPr>
        <dsp:cNvPr id="0" name=""/>
        <dsp:cNvSpPr/>
      </dsp:nvSpPr>
      <dsp:spPr>
        <a:xfrm>
          <a:off x="3904288" y="12683"/>
          <a:ext cx="1710994" cy="6843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Pruebas médicas </a:t>
          </a:r>
          <a:endParaRPr lang="es-GT" sz="1400" kern="1200" dirty="0"/>
        </a:p>
      </dsp:txBody>
      <dsp:txXfrm>
        <a:off x="3904288" y="12683"/>
        <a:ext cx="1710994" cy="684397"/>
      </dsp:txXfrm>
    </dsp:sp>
    <dsp:sp modelId="{EB011343-42CC-4BE2-8D95-4A6C2FE4C792}">
      <dsp:nvSpPr>
        <dsp:cNvPr id="0" name=""/>
        <dsp:cNvSpPr/>
      </dsp:nvSpPr>
      <dsp:spPr>
        <a:xfrm>
          <a:off x="3904288" y="697080"/>
          <a:ext cx="1710994" cy="118584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Servicio contratado </a:t>
          </a:r>
          <a:endParaRPr lang="es-GT" sz="1400" kern="1200" dirty="0"/>
        </a:p>
      </dsp:txBody>
      <dsp:txXfrm>
        <a:off x="3904288" y="697080"/>
        <a:ext cx="1710994" cy="1185840"/>
      </dsp:txXfrm>
    </dsp:sp>
    <dsp:sp modelId="{AC64D3D0-36B2-40E3-98BC-096357748302}">
      <dsp:nvSpPr>
        <dsp:cNvPr id="0" name=""/>
        <dsp:cNvSpPr/>
      </dsp:nvSpPr>
      <dsp:spPr>
        <a:xfrm>
          <a:off x="5854822" y="12683"/>
          <a:ext cx="1710994" cy="68439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Matriz Comparativa </a:t>
          </a:r>
          <a:endParaRPr lang="es-GT" sz="1400" kern="1200" dirty="0"/>
        </a:p>
      </dsp:txBody>
      <dsp:txXfrm>
        <a:off x="5854822" y="12683"/>
        <a:ext cx="1710994" cy="684397"/>
      </dsp:txXfrm>
    </dsp:sp>
    <dsp:sp modelId="{B3F2260D-DFBD-460B-A693-80A058756384}">
      <dsp:nvSpPr>
        <dsp:cNvPr id="0" name=""/>
        <dsp:cNvSpPr/>
      </dsp:nvSpPr>
      <dsp:spPr>
        <a:xfrm>
          <a:off x="5854822" y="697080"/>
          <a:ext cx="1710994" cy="118584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Outlook </a:t>
          </a:r>
          <a:endParaRPr lang="es-G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GT" sz="1400" kern="1200" dirty="0"/>
            <a:t>Microsoft </a:t>
          </a:r>
        </a:p>
      </dsp:txBody>
      <dsp:txXfrm>
        <a:off x="5854822" y="697080"/>
        <a:ext cx="1710994" cy="1185840"/>
      </dsp:txXfrm>
    </dsp:sp>
    <dsp:sp modelId="{2A412C79-BEFC-43CF-AEC6-136A6AA9A638}">
      <dsp:nvSpPr>
        <dsp:cNvPr id="0" name=""/>
        <dsp:cNvSpPr/>
      </dsp:nvSpPr>
      <dsp:spPr>
        <a:xfrm>
          <a:off x="7805356" y="12683"/>
          <a:ext cx="1710994" cy="68439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Oferta </a:t>
          </a:r>
          <a:endParaRPr lang="es-GT" sz="1400" kern="1200" dirty="0"/>
        </a:p>
      </dsp:txBody>
      <dsp:txXfrm>
        <a:off x="7805356" y="12683"/>
        <a:ext cx="1710994" cy="684397"/>
      </dsp:txXfrm>
    </dsp:sp>
    <dsp:sp modelId="{B06EC4A3-9C43-4D2A-B473-167F2802ADB3}">
      <dsp:nvSpPr>
        <dsp:cNvPr id="0" name=""/>
        <dsp:cNvSpPr/>
      </dsp:nvSpPr>
      <dsp:spPr>
        <a:xfrm>
          <a:off x="7805356" y="697080"/>
          <a:ext cx="1710994" cy="1185840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GT" sz="1400" kern="1200" dirty="0" err="1"/>
            <a:t>Docusing</a:t>
          </a:r>
          <a:r>
            <a:rPr lang="es-GT" sz="1400" kern="1200" dirty="0"/>
            <a:t> </a:t>
          </a:r>
        </a:p>
      </dsp:txBody>
      <dsp:txXfrm>
        <a:off x="7805356" y="697080"/>
        <a:ext cx="1710994" cy="1185840"/>
      </dsp:txXfrm>
    </dsp:sp>
    <dsp:sp modelId="{D3A2723B-DB73-40F3-AEA8-96F4F0F372F0}">
      <dsp:nvSpPr>
        <dsp:cNvPr id="0" name=""/>
        <dsp:cNvSpPr/>
      </dsp:nvSpPr>
      <dsp:spPr>
        <a:xfrm>
          <a:off x="9755889" y="12683"/>
          <a:ext cx="1710994" cy="68439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Contratación </a:t>
          </a:r>
          <a:endParaRPr lang="es-GT" sz="1400" kern="1200" dirty="0"/>
        </a:p>
      </dsp:txBody>
      <dsp:txXfrm>
        <a:off x="9755889" y="12683"/>
        <a:ext cx="1710994" cy="684397"/>
      </dsp:txXfrm>
    </dsp:sp>
    <dsp:sp modelId="{295C6950-FC41-4BCD-99BE-942F5BD9BB81}">
      <dsp:nvSpPr>
        <dsp:cNvPr id="0" name=""/>
        <dsp:cNvSpPr/>
      </dsp:nvSpPr>
      <dsp:spPr>
        <a:xfrm>
          <a:off x="9755889" y="697080"/>
          <a:ext cx="1710994" cy="11858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Word</a:t>
          </a:r>
          <a:endParaRPr lang="es-GT" sz="1400" kern="1200" dirty="0"/>
        </a:p>
      </dsp:txBody>
      <dsp:txXfrm>
        <a:off x="9755889" y="697080"/>
        <a:ext cx="1710994" cy="1185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572FE05-4A93-C867-2E96-D13379903C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9F9A6F7-B8FE-CC60-68C0-D13BA8CBC3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80962-7FAF-44B1-96D5-CFACA975D2D3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45DD607-4924-9765-F76B-587DB2DEC8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1B6703-8AF6-3974-7F93-E83526100A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EDFA6-2C49-4916-881D-6828571E7E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743561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E3C54-2181-3424-7A34-C53A60AE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3B36C7A-E7D6-9B81-AB6B-9E80AEC0B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DD807FA-EE0A-7650-95B0-9B59B0AD8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645390-F67B-2AB7-5B29-0F190015FB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0761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7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2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9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9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19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00"/>
          <a:stretch/>
        </p:blipFill>
        <p:spPr>
          <a:xfrm>
            <a:off x="0" y="4877887"/>
            <a:ext cx="933609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1477" r="38518"/>
          <a:stretch/>
        </p:blipFill>
        <p:spPr>
          <a:xfrm>
            <a:off x="7975600" y="-1"/>
            <a:ext cx="4216400" cy="401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72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1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00"/>
          <a:stretch/>
        </p:blipFill>
        <p:spPr>
          <a:xfrm>
            <a:off x="0" y="4877887"/>
            <a:ext cx="933609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1477" r="38518"/>
          <a:stretch/>
        </p:blipFill>
        <p:spPr>
          <a:xfrm>
            <a:off x="7975600" y="-1"/>
            <a:ext cx="4216400" cy="401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36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1 #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00"/>
          <a:stretch/>
        </p:blipFill>
        <p:spPr>
          <a:xfrm>
            <a:off x="0" y="4877887"/>
            <a:ext cx="933609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1477" r="38518"/>
          <a:stretch/>
        </p:blipFill>
        <p:spPr>
          <a:xfrm>
            <a:off x="7975600" y="-1"/>
            <a:ext cx="4216400" cy="401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162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1 #vermelh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00"/>
          <a:stretch/>
        </p:blipFill>
        <p:spPr>
          <a:xfrm>
            <a:off x="0" y="4877887"/>
            <a:ext cx="933609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1477" r="38518"/>
          <a:stretch/>
        </p:blipFill>
        <p:spPr>
          <a:xfrm>
            <a:off x="7975600" y="-1"/>
            <a:ext cx="4216400" cy="401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224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2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7">
            <a:extLst>
              <a:ext uri="{FF2B5EF4-FFF2-40B4-BE49-F238E27FC236}">
                <a16:creationId xmlns:a16="http://schemas.microsoft.com/office/drawing/2014/main" id="{AF8990A5-F5D6-7ABF-BEDC-5AFCFB60B7A0}"/>
              </a:ext>
            </a:extLst>
          </p:cNvPr>
          <p:cNvSpPr/>
          <p:nvPr userDrawn="1"/>
        </p:nvSpPr>
        <p:spPr>
          <a:xfrm>
            <a:off x="6554661" y="639763"/>
            <a:ext cx="5637340" cy="6218237"/>
          </a:xfrm>
          <a:custGeom>
            <a:avLst/>
            <a:gdLst>
              <a:gd name="connsiteX0" fmla="*/ 3474173 w 5498706"/>
              <a:gd name="connsiteY0" fmla="*/ 0 h 6065318"/>
              <a:gd name="connsiteX1" fmla="*/ 5416616 w 5498706"/>
              <a:gd name="connsiteY1" fmla="*/ 593334 h 6065318"/>
              <a:gd name="connsiteX2" fmla="*/ 5498706 w 5498706"/>
              <a:gd name="connsiteY2" fmla="*/ 654720 h 6065318"/>
              <a:gd name="connsiteX3" fmla="*/ 5498706 w 5498706"/>
              <a:gd name="connsiteY3" fmla="*/ 6065318 h 6065318"/>
              <a:gd name="connsiteX4" fmla="*/ 1165586 w 5498706"/>
              <a:gd name="connsiteY4" fmla="*/ 6065318 h 6065318"/>
              <a:gd name="connsiteX5" fmla="*/ 1017562 w 5498706"/>
              <a:gd name="connsiteY5" fmla="*/ 5930785 h 6065318"/>
              <a:gd name="connsiteX6" fmla="*/ 0 w 5498706"/>
              <a:gd name="connsiteY6" fmla="*/ 3474173 h 6065318"/>
              <a:gd name="connsiteX7" fmla="*/ 3474173 w 5498706"/>
              <a:gd name="connsiteY7" fmla="*/ 0 h 606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8706" h="6065318">
                <a:moveTo>
                  <a:pt x="3474173" y="0"/>
                </a:moveTo>
                <a:cubicBezTo>
                  <a:pt x="4193698" y="0"/>
                  <a:pt x="4862135" y="218734"/>
                  <a:pt x="5416616" y="593334"/>
                </a:cubicBezTo>
                <a:lnTo>
                  <a:pt x="5498706" y="654720"/>
                </a:lnTo>
                <a:lnTo>
                  <a:pt x="5498706" y="6065318"/>
                </a:lnTo>
                <a:lnTo>
                  <a:pt x="1165586" y="6065318"/>
                </a:lnTo>
                <a:lnTo>
                  <a:pt x="1017562" y="5930785"/>
                </a:lnTo>
                <a:cubicBezTo>
                  <a:pt x="388860" y="5302083"/>
                  <a:pt x="0" y="4433540"/>
                  <a:pt x="0" y="3474173"/>
                </a:cubicBezTo>
                <a:cubicBezTo>
                  <a:pt x="0" y="1555440"/>
                  <a:pt x="1555440" y="0"/>
                  <a:pt x="347417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E25AC08E-91FA-01EA-A886-BF25C77C1534}"/>
              </a:ext>
            </a:extLst>
          </p:cNvPr>
          <p:cNvSpPr/>
          <p:nvPr userDrawn="1"/>
        </p:nvSpPr>
        <p:spPr>
          <a:xfrm>
            <a:off x="5488857" y="3789837"/>
            <a:ext cx="2408876" cy="240887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B4888BF6-6D83-B35F-7CB4-457FD9697BE0}"/>
              </a:ext>
            </a:extLst>
          </p:cNvPr>
          <p:cNvSpPr/>
          <p:nvPr userDrawn="1"/>
        </p:nvSpPr>
        <p:spPr>
          <a:xfrm>
            <a:off x="914399" y="5340109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5B3D1A-3A4F-B238-C7BC-7500DE1242CE}"/>
              </a:ext>
            </a:extLst>
          </p:cNvPr>
          <p:cNvSpPr txBox="1"/>
          <p:nvPr userDrawn="1"/>
        </p:nvSpPr>
        <p:spPr>
          <a:xfrm>
            <a:off x="6253141" y="5257463"/>
            <a:ext cx="6144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9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D50FE14-E076-3357-CEA4-12B561EB19C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7153" t="6885"/>
          <a:stretch/>
        </p:blipFill>
        <p:spPr>
          <a:xfrm>
            <a:off x="0" y="0"/>
            <a:ext cx="991138" cy="172545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1C9F4191-FA1B-FB73-7396-0C61ECE184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E2D293-C725-44C2-AFD6-EFB0838DCB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3140" y="1868099"/>
            <a:ext cx="6194383" cy="3861697"/>
          </a:xfrm>
          <a:custGeom>
            <a:avLst/>
            <a:gdLst>
              <a:gd name="connsiteX0" fmla="*/ 252663 w 5011761"/>
              <a:gd name="connsiteY0" fmla="*/ 0 h 3670300"/>
              <a:gd name="connsiteX1" fmla="*/ 4759098 w 5011761"/>
              <a:gd name="connsiteY1" fmla="*/ 0 h 3670300"/>
              <a:gd name="connsiteX2" fmla="*/ 5011761 w 5011761"/>
              <a:gd name="connsiteY2" fmla="*/ 252663 h 3670300"/>
              <a:gd name="connsiteX3" fmla="*/ 5011761 w 5011761"/>
              <a:gd name="connsiteY3" fmla="*/ 3417637 h 3670300"/>
              <a:gd name="connsiteX4" fmla="*/ 4759098 w 5011761"/>
              <a:gd name="connsiteY4" fmla="*/ 3670300 h 3670300"/>
              <a:gd name="connsiteX5" fmla="*/ 252663 w 5011761"/>
              <a:gd name="connsiteY5" fmla="*/ 3670300 h 3670300"/>
              <a:gd name="connsiteX6" fmla="*/ 0 w 5011761"/>
              <a:gd name="connsiteY6" fmla="*/ 3417637 h 3670300"/>
              <a:gd name="connsiteX7" fmla="*/ 0 w 5011761"/>
              <a:gd name="connsiteY7" fmla="*/ 252663 h 3670300"/>
              <a:gd name="connsiteX8" fmla="*/ 252663 w 5011761"/>
              <a:gd name="connsiteY8" fmla="*/ 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11761" h="3670300">
                <a:moveTo>
                  <a:pt x="252663" y="0"/>
                </a:moveTo>
                <a:lnTo>
                  <a:pt x="4759098" y="0"/>
                </a:lnTo>
                <a:cubicBezTo>
                  <a:pt x="4898640" y="0"/>
                  <a:pt x="5011761" y="113121"/>
                  <a:pt x="5011761" y="252663"/>
                </a:cubicBezTo>
                <a:lnTo>
                  <a:pt x="5011761" y="3417637"/>
                </a:lnTo>
                <a:cubicBezTo>
                  <a:pt x="5011761" y="3557179"/>
                  <a:pt x="4898640" y="3670300"/>
                  <a:pt x="4759098" y="3670300"/>
                </a:cubicBezTo>
                <a:lnTo>
                  <a:pt x="252663" y="3670300"/>
                </a:lnTo>
                <a:cubicBezTo>
                  <a:pt x="113121" y="3670300"/>
                  <a:pt x="0" y="3557179"/>
                  <a:pt x="0" y="3417637"/>
                </a:cubicBezTo>
                <a:lnTo>
                  <a:pt x="0" y="252663"/>
                </a:lnTo>
                <a:cubicBezTo>
                  <a:pt x="0" y="113121"/>
                  <a:pt x="113121" y="0"/>
                  <a:pt x="2526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1E9F4175-2390-A860-5E40-EC371CBFF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90738"/>
            <a:ext cx="4180299" cy="1281113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lang="pt-BR" sz="5400" b="1" i="0" u="none" strike="noStrike" cap="none" spc="-100" baseline="0" smtClean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BFE60DE9-FE1D-4AB9-A804-328587DBA3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399" y="4268788"/>
            <a:ext cx="3302001" cy="725487"/>
          </a:xfrm>
        </p:spPr>
        <p:txBody>
          <a:bodyPr>
            <a:no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5F9FC45B-C121-09B4-0303-93E71801124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35652" y="323890"/>
            <a:ext cx="1630143" cy="1816276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Grafismo (opcional)</a:t>
            </a:r>
          </a:p>
        </p:txBody>
      </p:sp>
    </p:spTree>
    <p:extLst>
      <p:ext uri="{BB962C8B-B14F-4D97-AF65-F5344CB8AC3E}">
        <p14:creationId xmlns:p14="http://schemas.microsoft.com/office/powerpoint/2010/main" val="320896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2 #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7">
            <a:extLst>
              <a:ext uri="{FF2B5EF4-FFF2-40B4-BE49-F238E27FC236}">
                <a16:creationId xmlns:a16="http://schemas.microsoft.com/office/drawing/2014/main" id="{AF8990A5-F5D6-7ABF-BEDC-5AFCFB60B7A0}"/>
              </a:ext>
            </a:extLst>
          </p:cNvPr>
          <p:cNvSpPr/>
          <p:nvPr userDrawn="1"/>
        </p:nvSpPr>
        <p:spPr>
          <a:xfrm>
            <a:off x="6554661" y="639763"/>
            <a:ext cx="5637340" cy="6218237"/>
          </a:xfrm>
          <a:custGeom>
            <a:avLst/>
            <a:gdLst>
              <a:gd name="connsiteX0" fmla="*/ 3474173 w 5498706"/>
              <a:gd name="connsiteY0" fmla="*/ 0 h 6065318"/>
              <a:gd name="connsiteX1" fmla="*/ 5416616 w 5498706"/>
              <a:gd name="connsiteY1" fmla="*/ 593334 h 6065318"/>
              <a:gd name="connsiteX2" fmla="*/ 5498706 w 5498706"/>
              <a:gd name="connsiteY2" fmla="*/ 654720 h 6065318"/>
              <a:gd name="connsiteX3" fmla="*/ 5498706 w 5498706"/>
              <a:gd name="connsiteY3" fmla="*/ 6065318 h 6065318"/>
              <a:gd name="connsiteX4" fmla="*/ 1165586 w 5498706"/>
              <a:gd name="connsiteY4" fmla="*/ 6065318 h 6065318"/>
              <a:gd name="connsiteX5" fmla="*/ 1017562 w 5498706"/>
              <a:gd name="connsiteY5" fmla="*/ 5930785 h 6065318"/>
              <a:gd name="connsiteX6" fmla="*/ 0 w 5498706"/>
              <a:gd name="connsiteY6" fmla="*/ 3474173 h 6065318"/>
              <a:gd name="connsiteX7" fmla="*/ 3474173 w 5498706"/>
              <a:gd name="connsiteY7" fmla="*/ 0 h 606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8706" h="6065318">
                <a:moveTo>
                  <a:pt x="3474173" y="0"/>
                </a:moveTo>
                <a:cubicBezTo>
                  <a:pt x="4193698" y="0"/>
                  <a:pt x="4862135" y="218734"/>
                  <a:pt x="5416616" y="593334"/>
                </a:cubicBezTo>
                <a:lnTo>
                  <a:pt x="5498706" y="654720"/>
                </a:lnTo>
                <a:lnTo>
                  <a:pt x="5498706" y="6065318"/>
                </a:lnTo>
                <a:lnTo>
                  <a:pt x="1165586" y="6065318"/>
                </a:lnTo>
                <a:lnTo>
                  <a:pt x="1017562" y="5930785"/>
                </a:lnTo>
                <a:cubicBezTo>
                  <a:pt x="388860" y="5302083"/>
                  <a:pt x="0" y="4433540"/>
                  <a:pt x="0" y="3474173"/>
                </a:cubicBezTo>
                <a:cubicBezTo>
                  <a:pt x="0" y="1555440"/>
                  <a:pt x="1555440" y="0"/>
                  <a:pt x="347417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E25AC08E-91FA-01EA-A886-BF25C77C1534}"/>
              </a:ext>
            </a:extLst>
          </p:cNvPr>
          <p:cNvSpPr/>
          <p:nvPr userDrawn="1"/>
        </p:nvSpPr>
        <p:spPr>
          <a:xfrm>
            <a:off x="5488857" y="3789837"/>
            <a:ext cx="2408876" cy="2408876"/>
          </a:xfrm>
          <a:prstGeom prst="ellipse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B4888BF6-6D83-B35F-7CB4-457FD9697BE0}"/>
              </a:ext>
            </a:extLst>
          </p:cNvPr>
          <p:cNvSpPr/>
          <p:nvPr userDrawn="1"/>
        </p:nvSpPr>
        <p:spPr>
          <a:xfrm>
            <a:off x="914399" y="5340109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5B3D1A-3A4F-B238-C7BC-7500DE1242CE}"/>
              </a:ext>
            </a:extLst>
          </p:cNvPr>
          <p:cNvSpPr txBox="1"/>
          <p:nvPr userDrawn="1"/>
        </p:nvSpPr>
        <p:spPr>
          <a:xfrm>
            <a:off x="6253141" y="5257463"/>
            <a:ext cx="6144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9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D50FE14-E076-3357-CEA4-12B561EB19C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7153" t="6885"/>
          <a:stretch/>
        </p:blipFill>
        <p:spPr>
          <a:xfrm>
            <a:off x="0" y="0"/>
            <a:ext cx="991138" cy="172545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1C9F4191-FA1B-FB73-7396-0C61ECE184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E2D293-C725-44C2-AFD6-EFB0838DCB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3140" y="1868099"/>
            <a:ext cx="6194383" cy="3861697"/>
          </a:xfrm>
          <a:custGeom>
            <a:avLst/>
            <a:gdLst>
              <a:gd name="connsiteX0" fmla="*/ 252663 w 5011761"/>
              <a:gd name="connsiteY0" fmla="*/ 0 h 3670300"/>
              <a:gd name="connsiteX1" fmla="*/ 4759098 w 5011761"/>
              <a:gd name="connsiteY1" fmla="*/ 0 h 3670300"/>
              <a:gd name="connsiteX2" fmla="*/ 5011761 w 5011761"/>
              <a:gd name="connsiteY2" fmla="*/ 252663 h 3670300"/>
              <a:gd name="connsiteX3" fmla="*/ 5011761 w 5011761"/>
              <a:gd name="connsiteY3" fmla="*/ 3417637 h 3670300"/>
              <a:gd name="connsiteX4" fmla="*/ 4759098 w 5011761"/>
              <a:gd name="connsiteY4" fmla="*/ 3670300 h 3670300"/>
              <a:gd name="connsiteX5" fmla="*/ 252663 w 5011761"/>
              <a:gd name="connsiteY5" fmla="*/ 3670300 h 3670300"/>
              <a:gd name="connsiteX6" fmla="*/ 0 w 5011761"/>
              <a:gd name="connsiteY6" fmla="*/ 3417637 h 3670300"/>
              <a:gd name="connsiteX7" fmla="*/ 0 w 5011761"/>
              <a:gd name="connsiteY7" fmla="*/ 252663 h 3670300"/>
              <a:gd name="connsiteX8" fmla="*/ 252663 w 5011761"/>
              <a:gd name="connsiteY8" fmla="*/ 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11761" h="3670300">
                <a:moveTo>
                  <a:pt x="252663" y="0"/>
                </a:moveTo>
                <a:lnTo>
                  <a:pt x="4759098" y="0"/>
                </a:lnTo>
                <a:cubicBezTo>
                  <a:pt x="4898640" y="0"/>
                  <a:pt x="5011761" y="113121"/>
                  <a:pt x="5011761" y="252663"/>
                </a:cubicBezTo>
                <a:lnTo>
                  <a:pt x="5011761" y="3417637"/>
                </a:lnTo>
                <a:cubicBezTo>
                  <a:pt x="5011761" y="3557179"/>
                  <a:pt x="4898640" y="3670300"/>
                  <a:pt x="4759098" y="3670300"/>
                </a:cubicBezTo>
                <a:lnTo>
                  <a:pt x="252663" y="3670300"/>
                </a:lnTo>
                <a:cubicBezTo>
                  <a:pt x="113121" y="3670300"/>
                  <a:pt x="0" y="3557179"/>
                  <a:pt x="0" y="3417637"/>
                </a:cubicBezTo>
                <a:lnTo>
                  <a:pt x="0" y="252663"/>
                </a:lnTo>
                <a:cubicBezTo>
                  <a:pt x="0" y="113121"/>
                  <a:pt x="113121" y="0"/>
                  <a:pt x="2526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1E9F4175-2390-A860-5E40-EC371CBFF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90738"/>
            <a:ext cx="4180299" cy="1281113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lang="pt-BR" sz="5400" b="1" i="0" u="none" strike="noStrike" cap="none" spc="-100" baseline="0" smtClean="0">
                <a:solidFill>
                  <a:schemeClr val="accent2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BFE60DE9-FE1D-4AB9-A804-328587DBA3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399" y="4268788"/>
            <a:ext cx="3302001" cy="725487"/>
          </a:xfrm>
        </p:spPr>
        <p:txBody>
          <a:bodyPr>
            <a:no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baseline="0" dirty="0">
                <a:solidFill>
                  <a:schemeClr val="bg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5F9FC45B-C121-09B4-0303-93E71801124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35652" y="323890"/>
            <a:ext cx="1630143" cy="1816276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Grafismo (opcional)</a:t>
            </a:r>
          </a:p>
        </p:txBody>
      </p:sp>
    </p:spTree>
    <p:extLst>
      <p:ext uri="{BB962C8B-B14F-4D97-AF65-F5344CB8AC3E}">
        <p14:creationId xmlns:p14="http://schemas.microsoft.com/office/powerpoint/2010/main" val="1224130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2 #vermelh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7">
            <a:extLst>
              <a:ext uri="{FF2B5EF4-FFF2-40B4-BE49-F238E27FC236}">
                <a16:creationId xmlns:a16="http://schemas.microsoft.com/office/drawing/2014/main" id="{AF8990A5-F5D6-7ABF-BEDC-5AFCFB60B7A0}"/>
              </a:ext>
            </a:extLst>
          </p:cNvPr>
          <p:cNvSpPr/>
          <p:nvPr userDrawn="1"/>
        </p:nvSpPr>
        <p:spPr>
          <a:xfrm>
            <a:off x="6554661" y="639763"/>
            <a:ext cx="5637340" cy="6218237"/>
          </a:xfrm>
          <a:custGeom>
            <a:avLst/>
            <a:gdLst>
              <a:gd name="connsiteX0" fmla="*/ 3474173 w 5498706"/>
              <a:gd name="connsiteY0" fmla="*/ 0 h 6065318"/>
              <a:gd name="connsiteX1" fmla="*/ 5416616 w 5498706"/>
              <a:gd name="connsiteY1" fmla="*/ 593334 h 6065318"/>
              <a:gd name="connsiteX2" fmla="*/ 5498706 w 5498706"/>
              <a:gd name="connsiteY2" fmla="*/ 654720 h 6065318"/>
              <a:gd name="connsiteX3" fmla="*/ 5498706 w 5498706"/>
              <a:gd name="connsiteY3" fmla="*/ 6065318 h 6065318"/>
              <a:gd name="connsiteX4" fmla="*/ 1165586 w 5498706"/>
              <a:gd name="connsiteY4" fmla="*/ 6065318 h 6065318"/>
              <a:gd name="connsiteX5" fmla="*/ 1017562 w 5498706"/>
              <a:gd name="connsiteY5" fmla="*/ 5930785 h 6065318"/>
              <a:gd name="connsiteX6" fmla="*/ 0 w 5498706"/>
              <a:gd name="connsiteY6" fmla="*/ 3474173 h 6065318"/>
              <a:gd name="connsiteX7" fmla="*/ 3474173 w 5498706"/>
              <a:gd name="connsiteY7" fmla="*/ 0 h 606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8706" h="6065318">
                <a:moveTo>
                  <a:pt x="3474173" y="0"/>
                </a:moveTo>
                <a:cubicBezTo>
                  <a:pt x="4193698" y="0"/>
                  <a:pt x="4862135" y="218734"/>
                  <a:pt x="5416616" y="593334"/>
                </a:cubicBezTo>
                <a:lnTo>
                  <a:pt x="5498706" y="654720"/>
                </a:lnTo>
                <a:lnTo>
                  <a:pt x="5498706" y="6065318"/>
                </a:lnTo>
                <a:lnTo>
                  <a:pt x="1165586" y="6065318"/>
                </a:lnTo>
                <a:lnTo>
                  <a:pt x="1017562" y="5930785"/>
                </a:lnTo>
                <a:cubicBezTo>
                  <a:pt x="388860" y="5302083"/>
                  <a:pt x="0" y="4433540"/>
                  <a:pt x="0" y="3474173"/>
                </a:cubicBezTo>
                <a:cubicBezTo>
                  <a:pt x="0" y="1555440"/>
                  <a:pt x="1555440" y="0"/>
                  <a:pt x="34741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E25AC08E-91FA-01EA-A886-BF25C77C1534}"/>
              </a:ext>
            </a:extLst>
          </p:cNvPr>
          <p:cNvSpPr/>
          <p:nvPr userDrawn="1"/>
        </p:nvSpPr>
        <p:spPr>
          <a:xfrm>
            <a:off x="5488857" y="3789837"/>
            <a:ext cx="2408876" cy="2408876"/>
          </a:xfrm>
          <a:prstGeom prst="ellipse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B4888BF6-6D83-B35F-7CB4-457FD9697BE0}"/>
              </a:ext>
            </a:extLst>
          </p:cNvPr>
          <p:cNvSpPr/>
          <p:nvPr userDrawn="1"/>
        </p:nvSpPr>
        <p:spPr>
          <a:xfrm>
            <a:off x="914399" y="5340109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5B3D1A-3A4F-B238-C7BC-7500DE1242CE}"/>
              </a:ext>
            </a:extLst>
          </p:cNvPr>
          <p:cNvSpPr txBox="1"/>
          <p:nvPr userDrawn="1"/>
        </p:nvSpPr>
        <p:spPr>
          <a:xfrm>
            <a:off x="6253141" y="5257463"/>
            <a:ext cx="6144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9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D50FE14-E076-3357-CEA4-12B561EB19C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7153" t="6885"/>
          <a:stretch/>
        </p:blipFill>
        <p:spPr>
          <a:xfrm>
            <a:off x="0" y="0"/>
            <a:ext cx="991138" cy="172545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1C9F4191-FA1B-FB73-7396-0C61ECE184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E2D293-C725-44C2-AFD6-EFB0838DCB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3140" y="1868099"/>
            <a:ext cx="6194383" cy="3861697"/>
          </a:xfrm>
          <a:custGeom>
            <a:avLst/>
            <a:gdLst>
              <a:gd name="connsiteX0" fmla="*/ 252663 w 5011761"/>
              <a:gd name="connsiteY0" fmla="*/ 0 h 3670300"/>
              <a:gd name="connsiteX1" fmla="*/ 4759098 w 5011761"/>
              <a:gd name="connsiteY1" fmla="*/ 0 h 3670300"/>
              <a:gd name="connsiteX2" fmla="*/ 5011761 w 5011761"/>
              <a:gd name="connsiteY2" fmla="*/ 252663 h 3670300"/>
              <a:gd name="connsiteX3" fmla="*/ 5011761 w 5011761"/>
              <a:gd name="connsiteY3" fmla="*/ 3417637 h 3670300"/>
              <a:gd name="connsiteX4" fmla="*/ 4759098 w 5011761"/>
              <a:gd name="connsiteY4" fmla="*/ 3670300 h 3670300"/>
              <a:gd name="connsiteX5" fmla="*/ 252663 w 5011761"/>
              <a:gd name="connsiteY5" fmla="*/ 3670300 h 3670300"/>
              <a:gd name="connsiteX6" fmla="*/ 0 w 5011761"/>
              <a:gd name="connsiteY6" fmla="*/ 3417637 h 3670300"/>
              <a:gd name="connsiteX7" fmla="*/ 0 w 5011761"/>
              <a:gd name="connsiteY7" fmla="*/ 252663 h 3670300"/>
              <a:gd name="connsiteX8" fmla="*/ 252663 w 5011761"/>
              <a:gd name="connsiteY8" fmla="*/ 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11761" h="3670300">
                <a:moveTo>
                  <a:pt x="252663" y="0"/>
                </a:moveTo>
                <a:lnTo>
                  <a:pt x="4759098" y="0"/>
                </a:lnTo>
                <a:cubicBezTo>
                  <a:pt x="4898640" y="0"/>
                  <a:pt x="5011761" y="113121"/>
                  <a:pt x="5011761" y="252663"/>
                </a:cubicBezTo>
                <a:lnTo>
                  <a:pt x="5011761" y="3417637"/>
                </a:lnTo>
                <a:cubicBezTo>
                  <a:pt x="5011761" y="3557179"/>
                  <a:pt x="4898640" y="3670300"/>
                  <a:pt x="4759098" y="3670300"/>
                </a:cubicBezTo>
                <a:lnTo>
                  <a:pt x="252663" y="3670300"/>
                </a:lnTo>
                <a:cubicBezTo>
                  <a:pt x="113121" y="3670300"/>
                  <a:pt x="0" y="3557179"/>
                  <a:pt x="0" y="3417637"/>
                </a:cubicBezTo>
                <a:lnTo>
                  <a:pt x="0" y="252663"/>
                </a:lnTo>
                <a:cubicBezTo>
                  <a:pt x="0" y="113121"/>
                  <a:pt x="113121" y="0"/>
                  <a:pt x="2526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1E9F4175-2390-A860-5E40-EC371CBFF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90738"/>
            <a:ext cx="4180299" cy="1281113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lang="pt-BR" sz="5400" b="1" i="0" u="none" strike="noStrike" cap="none" spc="-100" baseline="0" smtClean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BFE60DE9-FE1D-4AB9-A804-328587DBA3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399" y="4268788"/>
            <a:ext cx="3302001" cy="725487"/>
          </a:xfrm>
        </p:spPr>
        <p:txBody>
          <a:bodyPr>
            <a:no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baseline="0" dirty="0">
                <a:solidFill>
                  <a:schemeClr val="bg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5F9FC45B-C121-09B4-0303-93E71801124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35652" y="323890"/>
            <a:ext cx="1630143" cy="1816276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Grafismo (opcional)</a:t>
            </a:r>
          </a:p>
        </p:txBody>
      </p:sp>
    </p:spTree>
    <p:extLst>
      <p:ext uri="{BB962C8B-B14F-4D97-AF65-F5344CB8AC3E}">
        <p14:creationId xmlns:p14="http://schemas.microsoft.com/office/powerpoint/2010/main" val="2959975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7153" t="25548"/>
          <a:stretch/>
        </p:blipFill>
        <p:spPr>
          <a:xfrm>
            <a:off x="0" y="0"/>
            <a:ext cx="991138" cy="137963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313D-A284-DF6E-CA0F-9FEA8047887C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3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7153" t="25548"/>
          <a:stretch/>
        </p:blipFill>
        <p:spPr>
          <a:xfrm>
            <a:off x="0" y="0"/>
            <a:ext cx="991138" cy="137963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313D-A284-DF6E-CA0F-9FEA8047887C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199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3 #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2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7153" t="25548"/>
          <a:stretch/>
        </p:blipFill>
        <p:spPr>
          <a:xfrm>
            <a:off x="0" y="0"/>
            <a:ext cx="991138" cy="137963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313D-A284-DF6E-CA0F-9FEA8047887C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60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3 #vermelh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7153" t="25548"/>
          <a:stretch/>
        </p:blipFill>
        <p:spPr>
          <a:xfrm>
            <a:off x="0" y="0"/>
            <a:ext cx="991138" cy="137963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313D-A284-DF6E-CA0F-9FEA8047887C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674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F9F2879B-1708-B68F-540E-494C085AD7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8390" y="1527646"/>
            <a:ext cx="4170660" cy="417066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47610-F492-48EE-CCB8-AD39FEED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2816225"/>
            <a:ext cx="50673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4800" b="1" i="0" u="none" strike="noStrike" cap="none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D957BC-C55B-0228-16B7-203A5986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3E6DD1D3-15F5-4616-A348-AC448C8A14AB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899489-77E4-8AF7-E1D1-B8CA5602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760599-4CA6-3D27-2B73-A6CBCEE6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F43D91A0-3E8E-4090-8D40-C0F9E742A5C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írculo (Outline Foto)">
            <a:extLst>
              <a:ext uri="{FF2B5EF4-FFF2-40B4-BE49-F238E27FC236}">
                <a16:creationId xmlns:a16="http://schemas.microsoft.com/office/drawing/2014/main" id="{DEE7ED6F-280B-4BC1-CF9E-415E582F157A}"/>
              </a:ext>
            </a:extLst>
          </p:cNvPr>
          <p:cNvSpPr/>
          <p:nvPr userDrawn="1"/>
        </p:nvSpPr>
        <p:spPr>
          <a:xfrm>
            <a:off x="805218" y="1404474"/>
            <a:ext cx="4417004" cy="441700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10" name="Grafismo - Círculos">
            <a:extLst>
              <a:ext uri="{FF2B5EF4-FFF2-40B4-BE49-F238E27FC236}">
                <a16:creationId xmlns:a16="http://schemas.microsoft.com/office/drawing/2014/main" id="{B7C94C14-8C01-C13E-14B6-1ECF9CC70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5889" y="274462"/>
            <a:ext cx="1837252" cy="2158772"/>
          </a:xfrm>
          <a:prstGeom prst="rect">
            <a:avLst/>
          </a:prstGeom>
        </p:spPr>
      </p:pic>
      <p:grpSp>
        <p:nvGrpSpPr>
          <p:cNvPr id="12" name="Grafismo - Topografia">
            <a:extLst>
              <a:ext uri="{FF2B5EF4-FFF2-40B4-BE49-F238E27FC236}">
                <a16:creationId xmlns:a16="http://schemas.microsoft.com/office/drawing/2014/main" id="{7CCC5CB8-61CD-43A9-DF2F-4F45D1B21138}"/>
              </a:ext>
            </a:extLst>
          </p:cNvPr>
          <p:cNvGrpSpPr/>
          <p:nvPr userDrawn="1"/>
        </p:nvGrpSpPr>
        <p:grpSpPr>
          <a:xfrm rot="10800000">
            <a:off x="161924" y="6509730"/>
            <a:ext cx="12030075" cy="475316"/>
            <a:chOff x="0" y="6347706"/>
            <a:chExt cx="11687627" cy="461786"/>
          </a:xfrm>
        </p:grpSpPr>
        <p:pic>
          <p:nvPicPr>
            <p:cNvPr id="13" name="Google Shape;108;p2">
              <a:extLst>
                <a:ext uri="{FF2B5EF4-FFF2-40B4-BE49-F238E27FC236}">
                  <a16:creationId xmlns:a16="http://schemas.microsoft.com/office/drawing/2014/main" id="{60B6082C-721D-B164-36FA-60EC2677FB6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0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9;p2">
              <a:extLst>
                <a:ext uri="{FF2B5EF4-FFF2-40B4-BE49-F238E27FC236}">
                  <a16:creationId xmlns:a16="http://schemas.microsoft.com/office/drawing/2014/main" id="{780DA761-98CD-4A24-6B8B-363BFEA33E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5838371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Logo">
            <a:extLst>
              <a:ext uri="{FF2B5EF4-FFF2-40B4-BE49-F238E27FC236}">
                <a16:creationId xmlns:a16="http://schemas.microsoft.com/office/drawing/2014/main" id="{1A7D77B8-D82B-EE46-59A3-B08122B3B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4286" y="1200983"/>
            <a:ext cx="1412714" cy="829797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A590A436-C4FC-90AF-4136-6CB7CD1825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4268788"/>
            <a:ext cx="5067300" cy="365125"/>
          </a:xfrm>
        </p:spPr>
        <p:txBody>
          <a:bodyPr>
            <a:normAutofit/>
          </a:bodyPr>
          <a:lstStyle>
            <a:lvl1pPr>
              <a:defRPr lang="pt-BR" sz="1100" b="0" i="0" u="none" strike="noStrike" kern="1200" cap="all" spc="1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0B443F9-E135-FF3E-E804-8FB8BE3E819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400" y="1862138"/>
            <a:ext cx="2419350" cy="2178050"/>
          </a:xfrm>
        </p:spPr>
        <p:txBody>
          <a:bodyPr/>
          <a:lstStyle>
            <a:lvl1pPr algn="ctr">
              <a:defRPr b="0">
                <a:solidFill>
                  <a:schemeClr val="accent2"/>
                </a:solidFill>
              </a:defRPr>
            </a:lvl1pPr>
          </a:lstStyle>
          <a:p>
            <a:r>
              <a:rPr lang="pt-BR"/>
              <a:t>Grafismo </a:t>
            </a:r>
            <a:br>
              <a:rPr lang="pt-BR"/>
            </a:br>
            <a:r>
              <a:rPr lang="pt-BR"/>
              <a:t>(opcional)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F1A091A3-AFD6-49CA-1829-37DA249DD2C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7153" t="26068"/>
          <a:stretch/>
        </p:blipFill>
        <p:spPr>
          <a:xfrm>
            <a:off x="0" y="0"/>
            <a:ext cx="991138" cy="136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0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4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F9F2879B-1708-B68F-540E-494C085AD7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8390" y="1527646"/>
            <a:ext cx="4170660" cy="417066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47610-F492-48EE-CCB8-AD39FEED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2816225"/>
            <a:ext cx="50673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4800" b="1" i="0" u="none" strike="noStrike" cap="none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D957BC-C55B-0228-16B7-203A5986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3E6DD1D3-15F5-4616-A348-AC448C8A14AB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899489-77E4-8AF7-E1D1-B8CA5602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760599-4CA6-3D27-2B73-A6CBCEE6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F43D91A0-3E8E-4090-8D40-C0F9E742A5C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írculo (Outline Foto)">
            <a:extLst>
              <a:ext uri="{FF2B5EF4-FFF2-40B4-BE49-F238E27FC236}">
                <a16:creationId xmlns:a16="http://schemas.microsoft.com/office/drawing/2014/main" id="{DEE7ED6F-280B-4BC1-CF9E-415E582F157A}"/>
              </a:ext>
            </a:extLst>
          </p:cNvPr>
          <p:cNvSpPr/>
          <p:nvPr userDrawn="1"/>
        </p:nvSpPr>
        <p:spPr>
          <a:xfrm>
            <a:off x="805218" y="1404474"/>
            <a:ext cx="4417004" cy="441700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10" name="Grafismo - Círculos">
            <a:extLst>
              <a:ext uri="{FF2B5EF4-FFF2-40B4-BE49-F238E27FC236}">
                <a16:creationId xmlns:a16="http://schemas.microsoft.com/office/drawing/2014/main" id="{B7C94C14-8C01-C13E-14B6-1ECF9CC70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5889" y="274462"/>
            <a:ext cx="1837252" cy="2158772"/>
          </a:xfrm>
          <a:prstGeom prst="rect">
            <a:avLst/>
          </a:prstGeom>
        </p:spPr>
      </p:pic>
      <p:grpSp>
        <p:nvGrpSpPr>
          <p:cNvPr id="12" name="Grafismo - Topografia">
            <a:extLst>
              <a:ext uri="{FF2B5EF4-FFF2-40B4-BE49-F238E27FC236}">
                <a16:creationId xmlns:a16="http://schemas.microsoft.com/office/drawing/2014/main" id="{7CCC5CB8-61CD-43A9-DF2F-4F45D1B21138}"/>
              </a:ext>
            </a:extLst>
          </p:cNvPr>
          <p:cNvGrpSpPr/>
          <p:nvPr userDrawn="1"/>
        </p:nvGrpSpPr>
        <p:grpSpPr>
          <a:xfrm rot="10800000">
            <a:off x="161924" y="6509730"/>
            <a:ext cx="12030075" cy="475316"/>
            <a:chOff x="0" y="6347706"/>
            <a:chExt cx="11687627" cy="461786"/>
          </a:xfrm>
        </p:grpSpPr>
        <p:pic>
          <p:nvPicPr>
            <p:cNvPr id="13" name="Google Shape;108;p2">
              <a:extLst>
                <a:ext uri="{FF2B5EF4-FFF2-40B4-BE49-F238E27FC236}">
                  <a16:creationId xmlns:a16="http://schemas.microsoft.com/office/drawing/2014/main" id="{60B6082C-721D-B164-36FA-60EC2677FB6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0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9;p2">
              <a:extLst>
                <a:ext uri="{FF2B5EF4-FFF2-40B4-BE49-F238E27FC236}">
                  <a16:creationId xmlns:a16="http://schemas.microsoft.com/office/drawing/2014/main" id="{780DA761-98CD-4A24-6B8B-363BFEA33E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5838371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Logo">
            <a:extLst>
              <a:ext uri="{FF2B5EF4-FFF2-40B4-BE49-F238E27FC236}">
                <a16:creationId xmlns:a16="http://schemas.microsoft.com/office/drawing/2014/main" id="{1A7D77B8-D82B-EE46-59A3-B08122B3B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4286" y="1200983"/>
            <a:ext cx="1412714" cy="829797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A590A436-C4FC-90AF-4136-6CB7CD1825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4268788"/>
            <a:ext cx="5067300" cy="365125"/>
          </a:xfrm>
        </p:spPr>
        <p:txBody>
          <a:bodyPr>
            <a:normAutofit/>
          </a:bodyPr>
          <a:lstStyle>
            <a:lvl1pPr>
              <a:defRPr lang="pt-BR" sz="1100" b="0" i="0" u="none" strike="noStrike" kern="1200" cap="all" spc="1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0B443F9-E135-FF3E-E804-8FB8BE3E819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400" y="1862138"/>
            <a:ext cx="2419350" cy="2178050"/>
          </a:xfrm>
        </p:spPr>
        <p:txBody>
          <a:bodyPr/>
          <a:lstStyle>
            <a:lvl1pPr algn="ctr">
              <a:defRPr b="0">
                <a:solidFill>
                  <a:schemeClr val="accent2"/>
                </a:solidFill>
              </a:defRPr>
            </a:lvl1pPr>
          </a:lstStyle>
          <a:p>
            <a:r>
              <a:rPr lang="pt-BR"/>
              <a:t>Grafismo </a:t>
            </a:r>
            <a:br>
              <a:rPr lang="pt-BR"/>
            </a:br>
            <a:r>
              <a:rPr lang="pt-BR"/>
              <a:t>(opcional)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F1A091A3-AFD6-49CA-1829-37DA249DD2C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7153" t="26068"/>
          <a:stretch/>
        </p:blipFill>
        <p:spPr>
          <a:xfrm>
            <a:off x="0" y="0"/>
            <a:ext cx="991138" cy="136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4 #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F9F2879B-1708-B68F-540E-494C085AD7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8390" y="1527646"/>
            <a:ext cx="4170660" cy="4170660"/>
          </a:xfrm>
          <a:prstGeom prst="ellipse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47610-F492-48EE-CCB8-AD39FEED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2816225"/>
            <a:ext cx="50673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4800" b="1" i="0" u="none" strike="noStrike" cap="none" dirty="0">
                <a:solidFill>
                  <a:schemeClr val="accent2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D957BC-C55B-0228-16B7-203A5986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3E6DD1D3-15F5-4616-A348-AC448C8A14AB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899489-77E4-8AF7-E1D1-B8CA5602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760599-4CA6-3D27-2B73-A6CBCEE6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F43D91A0-3E8E-4090-8D40-C0F9E742A5C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írculo (Outline Foto)">
            <a:extLst>
              <a:ext uri="{FF2B5EF4-FFF2-40B4-BE49-F238E27FC236}">
                <a16:creationId xmlns:a16="http://schemas.microsoft.com/office/drawing/2014/main" id="{DEE7ED6F-280B-4BC1-CF9E-415E582F157A}"/>
              </a:ext>
            </a:extLst>
          </p:cNvPr>
          <p:cNvSpPr/>
          <p:nvPr userDrawn="1"/>
        </p:nvSpPr>
        <p:spPr>
          <a:xfrm>
            <a:off x="805218" y="1404474"/>
            <a:ext cx="4417004" cy="441700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10" name="Grafismo - Círculos">
            <a:extLst>
              <a:ext uri="{FF2B5EF4-FFF2-40B4-BE49-F238E27FC236}">
                <a16:creationId xmlns:a16="http://schemas.microsoft.com/office/drawing/2014/main" id="{B7C94C14-8C01-C13E-14B6-1ECF9CC70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5889" y="274462"/>
            <a:ext cx="1837252" cy="2158772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A0F13ABD-3AAC-3CA6-6227-5C3D0783E109}"/>
              </a:ext>
            </a:extLst>
          </p:cNvPr>
          <p:cNvGrpSpPr/>
          <p:nvPr userDrawn="1"/>
        </p:nvGrpSpPr>
        <p:grpSpPr>
          <a:xfrm>
            <a:off x="161923" y="6509730"/>
            <a:ext cx="12030076" cy="475316"/>
            <a:chOff x="161923" y="6509730"/>
            <a:chExt cx="12030076" cy="475316"/>
          </a:xfrm>
        </p:grpSpPr>
        <p:pic>
          <p:nvPicPr>
            <p:cNvPr id="13" name="Google Shape;108;p2">
              <a:extLst>
                <a:ext uri="{FF2B5EF4-FFF2-40B4-BE49-F238E27FC236}">
                  <a16:creationId xmlns:a16="http://schemas.microsoft.com/office/drawing/2014/main" id="{60B6082C-721D-B164-36FA-60EC2677FB6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 rot="10800000">
              <a:off x="6171359" y="6509730"/>
              <a:ext cx="6020640" cy="475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9;p2">
              <a:extLst>
                <a:ext uri="{FF2B5EF4-FFF2-40B4-BE49-F238E27FC236}">
                  <a16:creationId xmlns:a16="http://schemas.microsoft.com/office/drawing/2014/main" id="{780DA761-98CD-4A24-6B8B-363BFEA33E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 rot="10800000">
              <a:off x="161923" y="6509730"/>
              <a:ext cx="6020640" cy="4753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Logo">
            <a:extLst>
              <a:ext uri="{FF2B5EF4-FFF2-40B4-BE49-F238E27FC236}">
                <a16:creationId xmlns:a16="http://schemas.microsoft.com/office/drawing/2014/main" id="{1A7D77B8-D82B-EE46-59A3-B08122B3B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4286" y="1200983"/>
            <a:ext cx="1412714" cy="829797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A590A436-C4FC-90AF-4136-6CB7CD1825F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10300" y="4268788"/>
            <a:ext cx="5067300" cy="365125"/>
          </a:xfrm>
        </p:spPr>
        <p:txBody>
          <a:bodyPr>
            <a:normAutofit/>
          </a:bodyPr>
          <a:lstStyle>
            <a:lvl1pPr>
              <a:defRPr lang="pt-BR" sz="1100" b="0" i="0" u="none" strike="noStrike" kern="1200" cap="all" spc="100" dirty="0" smtClean="0">
                <a:solidFill>
                  <a:schemeClr val="bg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0B443F9-E135-FF3E-E804-8FB8BE3E8195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914400" y="1862138"/>
            <a:ext cx="2419350" cy="2178050"/>
          </a:xfrm>
        </p:spPr>
        <p:txBody>
          <a:bodyPr/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r>
              <a:rPr lang="pt-BR"/>
              <a:t>Grafismo </a:t>
            </a:r>
            <a:br>
              <a:rPr lang="pt-BR"/>
            </a:br>
            <a:r>
              <a:rPr lang="pt-BR"/>
              <a:t>(opcional)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F1A091A3-AFD6-49CA-1829-37DA249DD2C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7153" t="26068"/>
          <a:stretch/>
        </p:blipFill>
        <p:spPr>
          <a:xfrm>
            <a:off x="0" y="0"/>
            <a:ext cx="991138" cy="136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826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4 #vermelh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F9F2879B-1708-B68F-540E-494C085AD7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8390" y="1527646"/>
            <a:ext cx="4170660" cy="4170660"/>
          </a:xfrm>
          <a:prstGeom prst="ellipse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47610-F492-48EE-CCB8-AD39FEED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2816225"/>
            <a:ext cx="50673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4800" b="1" i="0" u="none" strike="noStrike" cap="none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D957BC-C55B-0228-16B7-203A5986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3E6DD1D3-15F5-4616-A348-AC448C8A14AB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899489-77E4-8AF7-E1D1-B8CA5602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760599-4CA6-3D27-2B73-A6CBCEE6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F43D91A0-3E8E-4090-8D40-C0F9E742A5C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írculo (Outline Foto)">
            <a:extLst>
              <a:ext uri="{FF2B5EF4-FFF2-40B4-BE49-F238E27FC236}">
                <a16:creationId xmlns:a16="http://schemas.microsoft.com/office/drawing/2014/main" id="{DEE7ED6F-280B-4BC1-CF9E-415E582F157A}"/>
              </a:ext>
            </a:extLst>
          </p:cNvPr>
          <p:cNvSpPr/>
          <p:nvPr userDrawn="1"/>
        </p:nvSpPr>
        <p:spPr>
          <a:xfrm>
            <a:off x="805218" y="1404474"/>
            <a:ext cx="4417004" cy="441700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10" name="Grafismo - Círculos">
            <a:extLst>
              <a:ext uri="{FF2B5EF4-FFF2-40B4-BE49-F238E27FC236}">
                <a16:creationId xmlns:a16="http://schemas.microsoft.com/office/drawing/2014/main" id="{B7C94C14-8C01-C13E-14B6-1ECF9CC70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5889" y="274462"/>
            <a:ext cx="1837252" cy="2158772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A0F13ABD-3AAC-3CA6-6227-5C3D0783E109}"/>
              </a:ext>
            </a:extLst>
          </p:cNvPr>
          <p:cNvGrpSpPr/>
          <p:nvPr userDrawn="1"/>
        </p:nvGrpSpPr>
        <p:grpSpPr>
          <a:xfrm>
            <a:off x="161923" y="6509730"/>
            <a:ext cx="12030076" cy="475316"/>
            <a:chOff x="161923" y="6509730"/>
            <a:chExt cx="12030076" cy="475316"/>
          </a:xfrm>
        </p:grpSpPr>
        <p:pic>
          <p:nvPicPr>
            <p:cNvPr id="13" name="Google Shape;108;p2">
              <a:extLst>
                <a:ext uri="{FF2B5EF4-FFF2-40B4-BE49-F238E27FC236}">
                  <a16:creationId xmlns:a16="http://schemas.microsoft.com/office/drawing/2014/main" id="{60B6082C-721D-B164-36FA-60EC2677FB6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b="61474"/>
            <a:stretch/>
          </p:blipFill>
          <p:spPr>
            <a:xfrm rot="10800000">
              <a:off x="6171359" y="6509730"/>
              <a:ext cx="6020640" cy="475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9;p2">
              <a:extLst>
                <a:ext uri="{FF2B5EF4-FFF2-40B4-BE49-F238E27FC236}">
                  <a16:creationId xmlns:a16="http://schemas.microsoft.com/office/drawing/2014/main" id="{780DA761-98CD-4A24-6B8B-363BFEA33E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b="61474"/>
            <a:stretch/>
          </p:blipFill>
          <p:spPr>
            <a:xfrm rot="10800000">
              <a:off x="161923" y="6509730"/>
              <a:ext cx="6020640" cy="4753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Logo">
            <a:extLst>
              <a:ext uri="{FF2B5EF4-FFF2-40B4-BE49-F238E27FC236}">
                <a16:creationId xmlns:a16="http://schemas.microsoft.com/office/drawing/2014/main" id="{1A7D77B8-D82B-EE46-59A3-B08122B3B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4286" y="1200983"/>
            <a:ext cx="1412714" cy="829797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A590A436-C4FC-90AF-4136-6CB7CD1825F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10300" y="4268788"/>
            <a:ext cx="5067300" cy="365125"/>
          </a:xfrm>
        </p:spPr>
        <p:txBody>
          <a:bodyPr>
            <a:normAutofit/>
          </a:bodyPr>
          <a:lstStyle>
            <a:lvl1pPr>
              <a:defRPr lang="pt-BR" sz="1100" b="0" i="0" u="none" strike="noStrike" kern="1200" cap="all" spc="100" dirty="0" smtClean="0">
                <a:solidFill>
                  <a:schemeClr val="bg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0B443F9-E135-FF3E-E804-8FB8BE3E8195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914400" y="1862138"/>
            <a:ext cx="2419350" cy="2178050"/>
          </a:xfrm>
        </p:spPr>
        <p:txBody>
          <a:bodyPr/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r>
              <a:rPr lang="pt-BR"/>
              <a:t>Grafismo </a:t>
            </a:r>
            <a:br>
              <a:rPr lang="pt-BR"/>
            </a:br>
            <a:r>
              <a:rPr lang="pt-BR"/>
              <a:t>(opcional)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F1A091A3-AFD6-49CA-1829-37DA249DD2C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7153" t="26068"/>
          <a:stretch/>
        </p:blipFill>
        <p:spPr>
          <a:xfrm>
            <a:off x="0" y="0"/>
            <a:ext cx="991138" cy="136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90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B9457824-AFC5-539D-B4C1-7A3A5E03D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4722"/>
          <a:stretch/>
        </p:blipFill>
        <p:spPr>
          <a:xfrm>
            <a:off x="-1" y="0"/>
            <a:ext cx="2419349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7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5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B9457824-AFC5-539D-B4C1-7A3A5E03D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4722"/>
          <a:stretch/>
        </p:blipFill>
        <p:spPr>
          <a:xfrm>
            <a:off x="-1" y="0"/>
            <a:ext cx="2419349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4116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5 #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B9457824-AFC5-539D-B4C1-7A3A5E03D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4722"/>
          <a:stretch/>
        </p:blipFill>
        <p:spPr>
          <a:xfrm>
            <a:off x="-1" y="0"/>
            <a:ext cx="2419349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" r="32"/>
          <a:stretch/>
        </p:blipFill>
        <p:spPr>
          <a:xfrm>
            <a:off x="1038386" y="476863"/>
            <a:ext cx="1411800" cy="82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4233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5 #Vermelh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4722"/>
          <a:stretch/>
        </p:blipFill>
        <p:spPr>
          <a:xfrm>
            <a:off x="-1" y="0"/>
            <a:ext cx="2419349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" r="32"/>
          <a:stretch/>
        </p:blipFill>
        <p:spPr>
          <a:xfrm>
            <a:off x="1038386" y="476863"/>
            <a:ext cx="1411800" cy="829797"/>
          </a:xfrm>
          <a:prstGeom prst="rect">
            <a:avLst/>
          </a:prstGeom>
        </p:spPr>
      </p:pic>
      <p:sp>
        <p:nvSpPr>
          <p:cNvPr id="19" name="Espaço Reservado para Texto 4">
            <a:extLst>
              <a:ext uri="{FF2B5EF4-FFF2-40B4-BE49-F238E27FC236}">
                <a16:creationId xmlns:a16="http://schemas.microsoft.com/office/drawing/2014/main" id="{4D87E33E-59D6-DAD1-29AD-45184F79D6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03087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e conteúdo 1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1F0B2C9-2277-4E20-9A3E-370F2F56DD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2077553"/>
            <a:ext cx="5067300" cy="2916722"/>
          </a:xfrm>
          <a:custGeom>
            <a:avLst/>
            <a:gdLst>
              <a:gd name="connsiteX0" fmla="*/ 228225 w 4065392"/>
              <a:gd name="connsiteY0" fmla="*/ 0 h 2784249"/>
              <a:gd name="connsiteX1" fmla="*/ 3837167 w 4065392"/>
              <a:gd name="connsiteY1" fmla="*/ 0 h 2784249"/>
              <a:gd name="connsiteX2" fmla="*/ 4065392 w 4065392"/>
              <a:gd name="connsiteY2" fmla="*/ 228225 h 2784249"/>
              <a:gd name="connsiteX3" fmla="*/ 4065392 w 4065392"/>
              <a:gd name="connsiteY3" fmla="*/ 2556024 h 2784249"/>
              <a:gd name="connsiteX4" fmla="*/ 3837167 w 4065392"/>
              <a:gd name="connsiteY4" fmla="*/ 2784249 h 2784249"/>
              <a:gd name="connsiteX5" fmla="*/ 228225 w 4065392"/>
              <a:gd name="connsiteY5" fmla="*/ 2784249 h 2784249"/>
              <a:gd name="connsiteX6" fmla="*/ 0 w 4065392"/>
              <a:gd name="connsiteY6" fmla="*/ 2556024 h 2784249"/>
              <a:gd name="connsiteX7" fmla="*/ 0 w 4065392"/>
              <a:gd name="connsiteY7" fmla="*/ 228225 h 2784249"/>
              <a:gd name="connsiteX8" fmla="*/ 228225 w 4065392"/>
              <a:gd name="connsiteY8" fmla="*/ 0 h 278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65392" h="2784249">
                <a:moveTo>
                  <a:pt x="228225" y="0"/>
                </a:moveTo>
                <a:lnTo>
                  <a:pt x="3837167" y="0"/>
                </a:lnTo>
                <a:cubicBezTo>
                  <a:pt x="3963212" y="0"/>
                  <a:pt x="4065392" y="102180"/>
                  <a:pt x="4065392" y="228225"/>
                </a:cubicBezTo>
                <a:lnTo>
                  <a:pt x="4065392" y="2556024"/>
                </a:lnTo>
                <a:cubicBezTo>
                  <a:pt x="4065392" y="2682069"/>
                  <a:pt x="3963212" y="2784249"/>
                  <a:pt x="3837167" y="2784249"/>
                </a:cubicBezTo>
                <a:lnTo>
                  <a:pt x="228225" y="2784249"/>
                </a:lnTo>
                <a:cubicBezTo>
                  <a:pt x="102180" y="2784249"/>
                  <a:pt x="0" y="2682069"/>
                  <a:pt x="0" y="2556024"/>
                </a:cubicBezTo>
                <a:lnTo>
                  <a:pt x="0" y="228225"/>
                </a:lnTo>
                <a:cubicBezTo>
                  <a:pt x="0" y="102180"/>
                  <a:pt x="102180" y="0"/>
                  <a:pt x="2282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6585591-BA78-5F86-74B4-C6BBAFFD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949" y="1033094"/>
            <a:ext cx="4184649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BFCA3B0-88F8-CAC6-A24A-936EBBE347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92950" y="2726531"/>
            <a:ext cx="4184650" cy="1176337"/>
          </a:xfrm>
        </p:spPr>
        <p:txBody>
          <a:bodyPr>
            <a:norm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37AC9F0-E48A-ACAF-2021-2D19AFEAF8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2950" y="638483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13572207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FD21CF0-8B64-28CD-3AED-D44ED776FC9F}"/>
              </a:ext>
            </a:extLst>
          </p:cNvPr>
          <p:cNvSpPr/>
          <p:nvPr userDrawn="1"/>
        </p:nvSpPr>
        <p:spPr>
          <a:xfrm>
            <a:off x="914400" y="1857271"/>
            <a:ext cx="5067300" cy="3145834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6585591-BA78-5F86-74B4-C6BBAFFD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949" y="1033094"/>
            <a:ext cx="4184649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BFCA3B0-88F8-CAC6-A24A-936EBBE347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92950" y="2726531"/>
            <a:ext cx="4184650" cy="1176337"/>
          </a:xfrm>
        </p:spPr>
        <p:txBody>
          <a:bodyPr>
            <a:norm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37AC9F0-E48A-ACAF-2021-2D19AFEAF8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2950" y="638483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090738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</p:spTree>
    <p:extLst>
      <p:ext uri="{BB962C8B-B14F-4D97-AF65-F5344CB8AC3E}">
        <p14:creationId xmlns:p14="http://schemas.microsoft.com/office/powerpoint/2010/main" val="39876090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1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FD21CF0-8B64-28CD-3AED-D44ED776FC9F}"/>
              </a:ext>
            </a:extLst>
          </p:cNvPr>
          <p:cNvSpPr/>
          <p:nvPr userDrawn="1"/>
        </p:nvSpPr>
        <p:spPr>
          <a:xfrm>
            <a:off x="914400" y="1857271"/>
            <a:ext cx="5067300" cy="3145834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6585591-BA78-5F86-74B4-C6BBAFFD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949" y="1033094"/>
            <a:ext cx="4184649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BFCA3B0-88F8-CAC6-A24A-936EBBE347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92950" y="2726531"/>
            <a:ext cx="4184650" cy="1176337"/>
          </a:xfrm>
        </p:spPr>
        <p:txBody>
          <a:bodyPr>
            <a:norm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37AC9F0-E48A-ACAF-2021-2D19AFEAF8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2950" y="638483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090738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</p:spTree>
    <p:extLst>
      <p:ext uri="{BB962C8B-B14F-4D97-AF65-F5344CB8AC3E}">
        <p14:creationId xmlns:p14="http://schemas.microsoft.com/office/powerpoint/2010/main" val="31148766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1749C37-0E1C-DA14-42C3-889AC06FF72F}"/>
              </a:ext>
            </a:extLst>
          </p:cNvPr>
          <p:cNvSpPr/>
          <p:nvPr userDrawn="1"/>
        </p:nvSpPr>
        <p:spPr>
          <a:xfrm>
            <a:off x="699837" y="2090737"/>
            <a:ext cx="5496426" cy="34004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2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5" name="Espaço Reservado para Texto 13">
            <a:extLst>
              <a:ext uri="{FF2B5EF4-FFF2-40B4-BE49-F238E27FC236}">
                <a16:creationId xmlns:a16="http://schemas.microsoft.com/office/drawing/2014/main" id="{69586AA7-7C49-DEB3-946A-061D2E43BA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752" y="277080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35508969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2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1749C37-0E1C-DA14-42C3-889AC06FF72F}"/>
              </a:ext>
            </a:extLst>
          </p:cNvPr>
          <p:cNvSpPr/>
          <p:nvPr userDrawn="1"/>
        </p:nvSpPr>
        <p:spPr>
          <a:xfrm>
            <a:off x="699837" y="2090737"/>
            <a:ext cx="5496426" cy="34004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2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5" name="Espaço Reservado para Texto 13">
            <a:extLst>
              <a:ext uri="{FF2B5EF4-FFF2-40B4-BE49-F238E27FC236}">
                <a16:creationId xmlns:a16="http://schemas.microsoft.com/office/drawing/2014/main" id="{0C49F94B-2F9A-F6FD-E77D-8998ABFE32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752" y="277080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37284967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478" r="50000"/>
          <a:stretch/>
        </p:blipFill>
        <p:spPr>
          <a:xfrm>
            <a:off x="10828972" y="0"/>
            <a:ext cx="1363028" cy="1486308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0000" b="50000"/>
          <a:stretch/>
        </p:blipFill>
        <p:spPr>
          <a:xfrm>
            <a:off x="11680864" y="6346864"/>
            <a:ext cx="511136" cy="511136"/>
          </a:xfrm>
          <a:prstGeom prst="rect">
            <a:avLst/>
          </a:prstGeom>
        </p:spPr>
      </p:pic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D6B78B26-2465-F406-C6A4-15BA13AE21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7480" y="277080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18773844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 e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22276" y="1277655"/>
            <a:ext cx="11445046" cy="5193519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83" y="649872"/>
            <a:ext cx="10401589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5478" r="50000"/>
          <a:stretch/>
        </p:blipFill>
        <p:spPr>
          <a:xfrm>
            <a:off x="10828972" y="0"/>
            <a:ext cx="1363028" cy="1486308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0000" b="50000"/>
          <a:stretch/>
        </p:blipFill>
        <p:spPr>
          <a:xfrm>
            <a:off x="11680864" y="6346864"/>
            <a:ext cx="511136" cy="511136"/>
          </a:xfrm>
          <a:prstGeom prst="rect">
            <a:avLst/>
          </a:prstGeom>
        </p:spPr>
      </p:pic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49D6583C-DC40-B7E2-6D76-E36A90423B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6440" y="277080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3656370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 e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22276" y="1486308"/>
            <a:ext cx="5561081" cy="4984866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83" y="649795"/>
            <a:ext cx="10401589" cy="477548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5478" r="50000"/>
          <a:stretch/>
        </p:blipFill>
        <p:spPr>
          <a:xfrm>
            <a:off x="10828972" y="0"/>
            <a:ext cx="1363028" cy="1486308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0000" b="50000"/>
          <a:stretch/>
        </p:blipFill>
        <p:spPr>
          <a:xfrm>
            <a:off x="11680864" y="6346864"/>
            <a:ext cx="511136" cy="511136"/>
          </a:xfrm>
          <a:prstGeom prst="rect">
            <a:avLst/>
          </a:prstGeom>
        </p:spPr>
      </p:pic>
      <p:sp>
        <p:nvSpPr>
          <p:cNvPr id="3" name="Espaço Reservado para Texto 9">
            <a:extLst>
              <a:ext uri="{FF2B5EF4-FFF2-40B4-BE49-F238E27FC236}">
                <a16:creationId xmlns:a16="http://schemas.microsoft.com/office/drawing/2014/main" id="{D1D98570-0A89-66A1-D6A1-AEB29DE22F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71591" y="1486308"/>
            <a:ext cx="5498133" cy="498486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4D4545BD-E86A-17D8-8CB2-321530EBA6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6440" y="277080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35365153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3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478" r="50000"/>
          <a:stretch/>
        </p:blipFill>
        <p:spPr>
          <a:xfrm>
            <a:off x="10828972" y="0"/>
            <a:ext cx="1363028" cy="1486308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0000" b="50000"/>
          <a:stretch/>
        </p:blipFill>
        <p:spPr>
          <a:xfrm>
            <a:off x="11680864" y="6346864"/>
            <a:ext cx="511136" cy="511136"/>
          </a:xfrm>
          <a:prstGeom prst="rect">
            <a:avLst/>
          </a:prstGeom>
        </p:spPr>
      </p:pic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37A0EA89-60C8-754B-887A-E6D7796EC7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7480" y="277080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10769555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 e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22276" y="1290181"/>
            <a:ext cx="11445046" cy="5180993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83" y="649872"/>
            <a:ext cx="10401589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5478" r="50000"/>
          <a:stretch/>
        </p:blipFill>
        <p:spPr>
          <a:xfrm>
            <a:off x="10828972" y="0"/>
            <a:ext cx="1363028" cy="1486308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0000" b="50000"/>
          <a:stretch/>
        </p:blipFill>
        <p:spPr>
          <a:xfrm>
            <a:off x="11680864" y="6346864"/>
            <a:ext cx="511136" cy="511136"/>
          </a:xfrm>
          <a:prstGeom prst="rect">
            <a:avLst/>
          </a:prstGeom>
        </p:spPr>
      </p:pic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5B8011FB-923E-E1D8-5253-15E77E4E93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6440" y="277080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38831939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 e conteúd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22276" y="1290180"/>
            <a:ext cx="5561081" cy="2565649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83" y="649872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2276" y="4043151"/>
            <a:ext cx="5561081" cy="2507961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478" r="50000"/>
          <a:stretch/>
        </p:blipFill>
        <p:spPr>
          <a:xfrm>
            <a:off x="10828972" y="0"/>
            <a:ext cx="1363028" cy="1486308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0000" b="50000"/>
          <a:stretch/>
        </p:blipFill>
        <p:spPr>
          <a:xfrm>
            <a:off x="11680864" y="6346864"/>
            <a:ext cx="511136" cy="511136"/>
          </a:xfrm>
          <a:prstGeom prst="rect">
            <a:avLst/>
          </a:prstGeom>
        </p:spPr>
      </p:pic>
      <p:sp>
        <p:nvSpPr>
          <p:cNvPr id="2" name="Espaço Reservado para Gráfico 7">
            <a:extLst>
              <a:ext uri="{FF2B5EF4-FFF2-40B4-BE49-F238E27FC236}">
                <a16:creationId xmlns:a16="http://schemas.microsoft.com/office/drawing/2014/main" id="{4DE98A5D-00F4-6EF7-3F14-E39C0742316C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271591" y="1290180"/>
            <a:ext cx="5561081" cy="2565649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3" name="Espaço Reservado para Texto 9">
            <a:extLst>
              <a:ext uri="{FF2B5EF4-FFF2-40B4-BE49-F238E27FC236}">
                <a16:creationId xmlns:a16="http://schemas.microsoft.com/office/drawing/2014/main" id="{D1D98570-0A89-66A1-D6A1-AEB29DE22F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71591" y="4043151"/>
            <a:ext cx="5561081" cy="2507961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4" name="Espaço Reservado para Texto 13">
            <a:extLst>
              <a:ext uri="{FF2B5EF4-FFF2-40B4-BE49-F238E27FC236}">
                <a16:creationId xmlns:a16="http://schemas.microsoft.com/office/drawing/2014/main" id="{274A4E66-3EB5-1987-8EDF-AB9198AF7F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966" y="277080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881207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5478" r="50000"/>
          <a:stretch/>
        </p:blipFill>
        <p:spPr>
          <a:xfrm>
            <a:off x="10828972" y="0"/>
            <a:ext cx="1363028" cy="1486308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0000" b="50000"/>
          <a:stretch/>
        </p:blipFill>
        <p:spPr>
          <a:xfrm>
            <a:off x="11680864" y="6346864"/>
            <a:ext cx="511136" cy="511136"/>
          </a:xfrm>
          <a:prstGeom prst="rect">
            <a:avLst/>
          </a:prstGeom>
        </p:spPr>
      </p:pic>
      <p:sp>
        <p:nvSpPr>
          <p:cNvPr id="2" name="Espaço Reservado para Gráfico 7">
            <a:extLst>
              <a:ext uri="{FF2B5EF4-FFF2-40B4-BE49-F238E27FC236}">
                <a16:creationId xmlns:a16="http://schemas.microsoft.com/office/drawing/2014/main" id="{794511CE-6AEF-6FC7-2BBF-27E054E2A87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096321" y="1365660"/>
            <a:ext cx="3298629" cy="194186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3" name="Espaço Reservado para Gráfico 7">
            <a:extLst>
              <a:ext uri="{FF2B5EF4-FFF2-40B4-BE49-F238E27FC236}">
                <a16:creationId xmlns:a16="http://schemas.microsoft.com/office/drawing/2014/main" id="{ABB453D1-8782-5B15-4AA3-58BC9064C3C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096321" y="4274791"/>
            <a:ext cx="3298629" cy="194186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4" name="Espaço Reservado para Texto 13">
            <a:extLst>
              <a:ext uri="{FF2B5EF4-FFF2-40B4-BE49-F238E27FC236}">
                <a16:creationId xmlns:a16="http://schemas.microsoft.com/office/drawing/2014/main" id="{061548E0-51D5-7B47-8051-776271A02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7480" y="277080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6642570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s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5478" r="50000"/>
          <a:stretch/>
        </p:blipFill>
        <p:spPr>
          <a:xfrm>
            <a:off x="10828972" y="0"/>
            <a:ext cx="1363028" cy="1486308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0000" b="50000"/>
          <a:stretch/>
        </p:blipFill>
        <p:spPr>
          <a:xfrm>
            <a:off x="11680864" y="6346864"/>
            <a:ext cx="511136" cy="511136"/>
          </a:xfrm>
          <a:prstGeom prst="rect">
            <a:avLst/>
          </a:prstGeom>
        </p:spPr>
      </p:pic>
      <p:sp>
        <p:nvSpPr>
          <p:cNvPr id="2" name="Espaço Reservado para Gráfico 7">
            <a:extLst>
              <a:ext uri="{FF2B5EF4-FFF2-40B4-BE49-F238E27FC236}">
                <a16:creationId xmlns:a16="http://schemas.microsoft.com/office/drawing/2014/main" id="{794511CE-6AEF-6FC7-2BBF-27E054E2A87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096321" y="1365660"/>
            <a:ext cx="3298629" cy="194186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3" name="Espaço Reservado para Gráfico 7">
            <a:extLst>
              <a:ext uri="{FF2B5EF4-FFF2-40B4-BE49-F238E27FC236}">
                <a16:creationId xmlns:a16="http://schemas.microsoft.com/office/drawing/2014/main" id="{ABB453D1-8782-5B15-4AA3-58BC9064C3C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096321" y="4274791"/>
            <a:ext cx="3298629" cy="194186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4" name="Espaço Reservado para Texto 13">
            <a:extLst>
              <a:ext uri="{FF2B5EF4-FFF2-40B4-BE49-F238E27FC236}">
                <a16:creationId xmlns:a16="http://schemas.microsoft.com/office/drawing/2014/main" id="{F690146C-3F92-8012-437A-232ED0FDE9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7480" y="277080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21160369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758649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2691731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2094225"/>
            <a:ext cx="2398847" cy="2398847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D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5BCF3B3-3544-DAA9-5634-21C61FEECDBC}"/>
              </a:ext>
            </a:extLst>
          </p:cNvPr>
          <p:cNvSpPr/>
          <p:nvPr userDrawn="1"/>
        </p:nvSpPr>
        <p:spPr>
          <a:xfrm>
            <a:off x="931579" y="2094225"/>
            <a:ext cx="5055268" cy="36290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5DF07B2-02A4-CB71-CA7E-52A98612C97F}"/>
              </a:ext>
            </a:extLst>
          </p:cNvPr>
          <p:cNvSpPr/>
          <p:nvPr userDrawn="1"/>
        </p:nvSpPr>
        <p:spPr>
          <a:xfrm>
            <a:off x="6223200" y="2094224"/>
            <a:ext cx="5054400" cy="362226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13" name="Título 8">
            <a:extLst>
              <a:ext uri="{FF2B5EF4-FFF2-40B4-BE49-F238E27FC236}">
                <a16:creationId xmlns:a16="http://schemas.microsoft.com/office/drawing/2014/main" id="{7CD44CD7-56CD-8EB0-6CDD-B78477F9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509" y="641350"/>
            <a:ext cx="5969841" cy="92174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0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70EC372B-880B-D5C5-1EC1-C8E4283A3C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10139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8" name="Espaço Reservado para Conteúdo 16">
            <a:extLst>
              <a:ext uri="{FF2B5EF4-FFF2-40B4-BE49-F238E27FC236}">
                <a16:creationId xmlns:a16="http://schemas.microsoft.com/office/drawing/2014/main" id="{DD68C171-7AB8-FCB5-8C97-0B242937AF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01326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Texto 13">
            <a:extLst>
              <a:ext uri="{FF2B5EF4-FFF2-40B4-BE49-F238E27FC236}">
                <a16:creationId xmlns:a16="http://schemas.microsoft.com/office/drawing/2014/main" id="{F86BF7DD-A9EE-5B86-414D-16DF5A553B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428" y="277080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38382285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duplo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758649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2691731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2094225"/>
            <a:ext cx="2398847" cy="2398847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D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5BCF3B3-3544-DAA9-5634-21C61FEECDBC}"/>
              </a:ext>
            </a:extLst>
          </p:cNvPr>
          <p:cNvSpPr/>
          <p:nvPr userDrawn="1"/>
        </p:nvSpPr>
        <p:spPr>
          <a:xfrm>
            <a:off x="931579" y="2094225"/>
            <a:ext cx="5055268" cy="36290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5DF07B2-02A4-CB71-CA7E-52A98612C97F}"/>
              </a:ext>
            </a:extLst>
          </p:cNvPr>
          <p:cNvSpPr/>
          <p:nvPr userDrawn="1"/>
        </p:nvSpPr>
        <p:spPr>
          <a:xfrm>
            <a:off x="6223200" y="2094224"/>
            <a:ext cx="5054400" cy="362226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13" name="Título 8">
            <a:extLst>
              <a:ext uri="{FF2B5EF4-FFF2-40B4-BE49-F238E27FC236}">
                <a16:creationId xmlns:a16="http://schemas.microsoft.com/office/drawing/2014/main" id="{7CD44CD7-56CD-8EB0-6CDD-B78477F9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509" y="641350"/>
            <a:ext cx="5969841" cy="92174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0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70EC372B-880B-D5C5-1EC1-C8E4283A3C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10139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8" name="Espaço Reservado para Conteúdo 16">
            <a:extLst>
              <a:ext uri="{FF2B5EF4-FFF2-40B4-BE49-F238E27FC236}">
                <a16:creationId xmlns:a16="http://schemas.microsoft.com/office/drawing/2014/main" id="{DD68C171-7AB8-FCB5-8C97-0B242937AF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01326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Texto 13">
            <a:extLst>
              <a:ext uri="{FF2B5EF4-FFF2-40B4-BE49-F238E27FC236}">
                <a16:creationId xmlns:a16="http://schemas.microsoft.com/office/drawing/2014/main" id="{4F31ECE6-2BBF-60B1-8F80-638BED4DC3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428" y="277080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22186333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s nume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id="{33D9D3EE-07B8-DDE0-D24C-617A25DF28E4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>
          <a:xfrm>
            <a:off x="6178550" y="-394648"/>
            <a:ext cx="6228000" cy="622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FBBB0E18-BC75-0FC9-7E6F-94F735FD7A0A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6178335" y="-394649"/>
            <a:ext cx="6228231" cy="5890966"/>
          </a:xfrm>
          <a:custGeom>
            <a:avLst/>
            <a:gdLst>
              <a:gd name="connsiteX0" fmla="*/ 0 w 6228000"/>
              <a:gd name="connsiteY0" fmla="*/ 3114000 h 6228000"/>
              <a:gd name="connsiteX1" fmla="*/ 3114000 w 6228000"/>
              <a:gd name="connsiteY1" fmla="*/ 0 h 6228000"/>
              <a:gd name="connsiteX2" fmla="*/ 6228000 w 6228000"/>
              <a:gd name="connsiteY2" fmla="*/ 3114000 h 6228000"/>
              <a:gd name="connsiteX3" fmla="*/ 3114000 w 6228000"/>
              <a:gd name="connsiteY3" fmla="*/ 6228000 h 6228000"/>
              <a:gd name="connsiteX4" fmla="*/ 0 w 6228000"/>
              <a:gd name="connsiteY4" fmla="*/ 3114000 h 6228000"/>
              <a:gd name="connsiteX0" fmla="*/ 335458 w 6563458"/>
              <a:gd name="connsiteY0" fmla="*/ 3114000 h 6235728"/>
              <a:gd name="connsiteX1" fmla="*/ 3449458 w 6563458"/>
              <a:gd name="connsiteY1" fmla="*/ 0 h 6235728"/>
              <a:gd name="connsiteX2" fmla="*/ 6563458 w 6563458"/>
              <a:gd name="connsiteY2" fmla="*/ 3114000 h 6235728"/>
              <a:gd name="connsiteX3" fmla="*/ 3449458 w 6563458"/>
              <a:gd name="connsiteY3" fmla="*/ 6228000 h 6235728"/>
              <a:gd name="connsiteX4" fmla="*/ 436684 w 6563458"/>
              <a:gd name="connsiteY4" fmla="*/ 3971566 h 6235728"/>
              <a:gd name="connsiteX5" fmla="*/ 335458 w 6563458"/>
              <a:gd name="connsiteY5" fmla="*/ 3114000 h 6235728"/>
              <a:gd name="connsiteX0" fmla="*/ 198652 w 6426652"/>
              <a:gd name="connsiteY0" fmla="*/ 3114000 h 6235728"/>
              <a:gd name="connsiteX1" fmla="*/ 3312652 w 6426652"/>
              <a:gd name="connsiteY1" fmla="*/ 0 h 6235728"/>
              <a:gd name="connsiteX2" fmla="*/ 6426652 w 6426652"/>
              <a:gd name="connsiteY2" fmla="*/ 3114000 h 6235728"/>
              <a:gd name="connsiteX3" fmla="*/ 3312652 w 6426652"/>
              <a:gd name="connsiteY3" fmla="*/ 6228000 h 6235728"/>
              <a:gd name="connsiteX4" fmla="*/ 299878 w 6426652"/>
              <a:gd name="connsiteY4" fmla="*/ 3971566 h 6235728"/>
              <a:gd name="connsiteX5" fmla="*/ 198652 w 6426652"/>
              <a:gd name="connsiteY5" fmla="*/ 3114000 h 6235728"/>
              <a:gd name="connsiteX0" fmla="*/ 0 w 6228000"/>
              <a:gd name="connsiteY0" fmla="*/ 3114000 h 6235728"/>
              <a:gd name="connsiteX1" fmla="*/ 3114000 w 6228000"/>
              <a:gd name="connsiteY1" fmla="*/ 0 h 6235728"/>
              <a:gd name="connsiteX2" fmla="*/ 6228000 w 6228000"/>
              <a:gd name="connsiteY2" fmla="*/ 3114000 h 6235728"/>
              <a:gd name="connsiteX3" fmla="*/ 3114000 w 6228000"/>
              <a:gd name="connsiteY3" fmla="*/ 6228000 h 6235728"/>
              <a:gd name="connsiteX4" fmla="*/ 101226 w 6228000"/>
              <a:gd name="connsiteY4" fmla="*/ 3971566 h 6235728"/>
              <a:gd name="connsiteX5" fmla="*/ 0 w 6228000"/>
              <a:gd name="connsiteY5" fmla="*/ 3114000 h 6235728"/>
              <a:gd name="connsiteX0" fmla="*/ 3161 w 6231161"/>
              <a:gd name="connsiteY0" fmla="*/ 3114000 h 6235728"/>
              <a:gd name="connsiteX1" fmla="*/ 3117161 w 6231161"/>
              <a:gd name="connsiteY1" fmla="*/ 0 h 6235728"/>
              <a:gd name="connsiteX2" fmla="*/ 6231161 w 6231161"/>
              <a:gd name="connsiteY2" fmla="*/ 3114000 h 6235728"/>
              <a:gd name="connsiteX3" fmla="*/ 3117161 w 6231161"/>
              <a:gd name="connsiteY3" fmla="*/ 6228000 h 6235728"/>
              <a:gd name="connsiteX4" fmla="*/ 104387 w 6231161"/>
              <a:gd name="connsiteY4" fmla="*/ 3971566 h 6235728"/>
              <a:gd name="connsiteX5" fmla="*/ 3161 w 6231161"/>
              <a:gd name="connsiteY5" fmla="*/ 3114000 h 6235728"/>
              <a:gd name="connsiteX0" fmla="*/ 3161 w 6231161"/>
              <a:gd name="connsiteY0" fmla="*/ 3114000 h 6234127"/>
              <a:gd name="connsiteX1" fmla="*/ 3117161 w 6231161"/>
              <a:gd name="connsiteY1" fmla="*/ 0 h 6234127"/>
              <a:gd name="connsiteX2" fmla="*/ 6231161 w 6231161"/>
              <a:gd name="connsiteY2" fmla="*/ 3114000 h 6234127"/>
              <a:gd name="connsiteX3" fmla="*/ 3117161 w 6231161"/>
              <a:gd name="connsiteY3" fmla="*/ 6228000 h 6234127"/>
              <a:gd name="connsiteX4" fmla="*/ 104387 w 6231161"/>
              <a:gd name="connsiteY4" fmla="*/ 3971566 h 6234127"/>
              <a:gd name="connsiteX5" fmla="*/ 3161 w 6231161"/>
              <a:gd name="connsiteY5" fmla="*/ 3114000 h 6234127"/>
              <a:gd name="connsiteX0" fmla="*/ 232739 w 6460739"/>
              <a:gd name="connsiteY0" fmla="*/ 3114000 h 4134120"/>
              <a:gd name="connsiteX1" fmla="*/ 3346739 w 6460739"/>
              <a:gd name="connsiteY1" fmla="*/ 0 h 4134120"/>
              <a:gd name="connsiteX2" fmla="*/ 6460739 w 6460739"/>
              <a:gd name="connsiteY2" fmla="*/ 3114000 h 4134120"/>
              <a:gd name="connsiteX3" fmla="*/ 4624210 w 6460739"/>
              <a:gd name="connsiteY3" fmla="*/ 3968895 h 4134120"/>
              <a:gd name="connsiteX4" fmla="*/ 333965 w 6460739"/>
              <a:gd name="connsiteY4" fmla="*/ 3971566 h 4134120"/>
              <a:gd name="connsiteX5" fmla="*/ 232739 w 6460739"/>
              <a:gd name="connsiteY5" fmla="*/ 3114000 h 4134120"/>
              <a:gd name="connsiteX0" fmla="*/ 232739 w 6533426"/>
              <a:gd name="connsiteY0" fmla="*/ 3114000 h 4101226"/>
              <a:gd name="connsiteX1" fmla="*/ 3346739 w 6533426"/>
              <a:gd name="connsiteY1" fmla="*/ 0 h 4101226"/>
              <a:gd name="connsiteX2" fmla="*/ 6460739 w 6533426"/>
              <a:gd name="connsiteY2" fmla="*/ 3114000 h 4101226"/>
              <a:gd name="connsiteX3" fmla="*/ 5470743 w 6533426"/>
              <a:gd name="connsiteY3" fmla="*/ 4052249 h 4101226"/>
              <a:gd name="connsiteX4" fmla="*/ 4624210 w 6533426"/>
              <a:gd name="connsiteY4" fmla="*/ 3968895 h 4101226"/>
              <a:gd name="connsiteX5" fmla="*/ 333965 w 6533426"/>
              <a:gd name="connsiteY5" fmla="*/ 3971566 h 4101226"/>
              <a:gd name="connsiteX6" fmla="*/ 232739 w 6533426"/>
              <a:gd name="connsiteY6" fmla="*/ 3114000 h 4101226"/>
              <a:gd name="connsiteX0" fmla="*/ 232739 w 6507150"/>
              <a:gd name="connsiteY0" fmla="*/ 3114000 h 5929534"/>
              <a:gd name="connsiteX1" fmla="*/ 3346739 w 6507150"/>
              <a:gd name="connsiteY1" fmla="*/ 0 h 5929534"/>
              <a:gd name="connsiteX2" fmla="*/ 6460739 w 6507150"/>
              <a:gd name="connsiteY2" fmla="*/ 3114000 h 5929534"/>
              <a:gd name="connsiteX3" fmla="*/ 4731155 w 6507150"/>
              <a:gd name="connsiteY3" fmla="*/ 5921390 h 5929534"/>
              <a:gd name="connsiteX4" fmla="*/ 4624210 w 6507150"/>
              <a:gd name="connsiteY4" fmla="*/ 3968895 h 5929534"/>
              <a:gd name="connsiteX5" fmla="*/ 333965 w 6507150"/>
              <a:gd name="connsiteY5" fmla="*/ 3971566 h 5929534"/>
              <a:gd name="connsiteX6" fmla="*/ 232739 w 6507150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3162 w 6233122"/>
              <a:gd name="connsiteY0" fmla="*/ 3114000 h 5929534"/>
              <a:gd name="connsiteX1" fmla="*/ 3117162 w 6233122"/>
              <a:gd name="connsiteY1" fmla="*/ 0 h 5929534"/>
              <a:gd name="connsiteX2" fmla="*/ 6231162 w 6233122"/>
              <a:gd name="connsiteY2" fmla="*/ 3114000 h 5929534"/>
              <a:gd name="connsiteX3" fmla="*/ 4501578 w 6233122"/>
              <a:gd name="connsiteY3" fmla="*/ 5921390 h 5929534"/>
              <a:gd name="connsiteX4" fmla="*/ 4394633 w 6233122"/>
              <a:gd name="connsiteY4" fmla="*/ 3968895 h 5929534"/>
              <a:gd name="connsiteX5" fmla="*/ 104388 w 6233122"/>
              <a:gd name="connsiteY5" fmla="*/ 3971566 h 5929534"/>
              <a:gd name="connsiteX6" fmla="*/ 3162 w 6233122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83173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37653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3019 w 6412979"/>
              <a:gd name="connsiteY0" fmla="*/ 3114000 h 5904331"/>
              <a:gd name="connsiteX1" fmla="*/ 3297019 w 6412979"/>
              <a:gd name="connsiteY1" fmla="*/ 0 h 5904331"/>
              <a:gd name="connsiteX2" fmla="*/ 6411019 w 6412979"/>
              <a:gd name="connsiteY2" fmla="*/ 3114000 h 5904331"/>
              <a:gd name="connsiteX3" fmla="*/ 4667787 w 6412979"/>
              <a:gd name="connsiteY3" fmla="*/ 5904331 h 5904331"/>
              <a:gd name="connsiteX4" fmla="*/ 4664158 w 6412979"/>
              <a:gd name="connsiteY4" fmla="*/ 4147888 h 5904331"/>
              <a:gd name="connsiteX5" fmla="*/ 4574490 w 6412979"/>
              <a:gd name="connsiteY5" fmla="*/ 3968895 h 5904331"/>
              <a:gd name="connsiteX6" fmla="*/ 355896 w 6412979"/>
              <a:gd name="connsiteY6" fmla="*/ 3968154 h 5904331"/>
              <a:gd name="connsiteX7" fmla="*/ 313146 w 6412979"/>
              <a:gd name="connsiteY7" fmla="*/ 3984011 h 5904331"/>
              <a:gd name="connsiteX8" fmla="*/ 183019 w 6412979"/>
              <a:gd name="connsiteY8" fmla="*/ 3114000 h 5904331"/>
              <a:gd name="connsiteX0" fmla="*/ 144151 w 6374111"/>
              <a:gd name="connsiteY0" fmla="*/ 3114000 h 5904331"/>
              <a:gd name="connsiteX1" fmla="*/ 3258151 w 6374111"/>
              <a:gd name="connsiteY1" fmla="*/ 0 h 5904331"/>
              <a:gd name="connsiteX2" fmla="*/ 6372151 w 6374111"/>
              <a:gd name="connsiteY2" fmla="*/ 3114000 h 5904331"/>
              <a:gd name="connsiteX3" fmla="*/ 4628919 w 6374111"/>
              <a:gd name="connsiteY3" fmla="*/ 5904331 h 5904331"/>
              <a:gd name="connsiteX4" fmla="*/ 4625290 w 6374111"/>
              <a:gd name="connsiteY4" fmla="*/ 4147888 h 5904331"/>
              <a:gd name="connsiteX5" fmla="*/ 4535622 w 6374111"/>
              <a:gd name="connsiteY5" fmla="*/ 3968895 h 5904331"/>
              <a:gd name="connsiteX6" fmla="*/ 317028 w 6374111"/>
              <a:gd name="connsiteY6" fmla="*/ 3968154 h 5904331"/>
              <a:gd name="connsiteX7" fmla="*/ 274278 w 6374111"/>
              <a:gd name="connsiteY7" fmla="*/ 3984011 h 5904331"/>
              <a:gd name="connsiteX8" fmla="*/ 144151 w 6374111"/>
              <a:gd name="connsiteY8" fmla="*/ 3114000 h 5904331"/>
              <a:gd name="connsiteX0" fmla="*/ 141340 w 6371300"/>
              <a:gd name="connsiteY0" fmla="*/ 3114000 h 5904331"/>
              <a:gd name="connsiteX1" fmla="*/ 3255340 w 6371300"/>
              <a:gd name="connsiteY1" fmla="*/ 0 h 5904331"/>
              <a:gd name="connsiteX2" fmla="*/ 6369340 w 6371300"/>
              <a:gd name="connsiteY2" fmla="*/ 3114000 h 5904331"/>
              <a:gd name="connsiteX3" fmla="*/ 4626108 w 6371300"/>
              <a:gd name="connsiteY3" fmla="*/ 5904331 h 5904331"/>
              <a:gd name="connsiteX4" fmla="*/ 4622479 w 6371300"/>
              <a:gd name="connsiteY4" fmla="*/ 4147888 h 5904331"/>
              <a:gd name="connsiteX5" fmla="*/ 4532811 w 6371300"/>
              <a:gd name="connsiteY5" fmla="*/ 3968895 h 5904331"/>
              <a:gd name="connsiteX6" fmla="*/ 314217 w 6371300"/>
              <a:gd name="connsiteY6" fmla="*/ 3968154 h 5904331"/>
              <a:gd name="connsiteX7" fmla="*/ 281702 w 6371300"/>
              <a:gd name="connsiteY7" fmla="*/ 3987423 h 5904331"/>
              <a:gd name="connsiteX8" fmla="*/ 141340 w 6371300"/>
              <a:gd name="connsiteY8" fmla="*/ 3114000 h 5904331"/>
              <a:gd name="connsiteX0" fmla="*/ 181 w 6230141"/>
              <a:gd name="connsiteY0" fmla="*/ 3114000 h 5904331"/>
              <a:gd name="connsiteX1" fmla="*/ 3114181 w 6230141"/>
              <a:gd name="connsiteY1" fmla="*/ 0 h 5904331"/>
              <a:gd name="connsiteX2" fmla="*/ 6228181 w 6230141"/>
              <a:gd name="connsiteY2" fmla="*/ 3114000 h 5904331"/>
              <a:gd name="connsiteX3" fmla="*/ 4484949 w 6230141"/>
              <a:gd name="connsiteY3" fmla="*/ 5904331 h 5904331"/>
              <a:gd name="connsiteX4" fmla="*/ 4481320 w 6230141"/>
              <a:gd name="connsiteY4" fmla="*/ 4147888 h 5904331"/>
              <a:gd name="connsiteX5" fmla="*/ 4391652 w 6230141"/>
              <a:gd name="connsiteY5" fmla="*/ 3968895 h 5904331"/>
              <a:gd name="connsiteX6" fmla="*/ 173058 w 6230141"/>
              <a:gd name="connsiteY6" fmla="*/ 3968154 h 5904331"/>
              <a:gd name="connsiteX7" fmla="*/ 140543 w 6230141"/>
              <a:gd name="connsiteY7" fmla="*/ 3987423 h 5904331"/>
              <a:gd name="connsiteX8" fmla="*/ 181 w 6230141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94243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6"/>
              <a:gd name="connsiteY0" fmla="*/ 3114000 h 5904331"/>
              <a:gd name="connsiteX1" fmla="*/ 3114199 w 6228216"/>
              <a:gd name="connsiteY1" fmla="*/ 0 h 5904331"/>
              <a:gd name="connsiteX2" fmla="*/ 6228199 w 6228216"/>
              <a:gd name="connsiteY2" fmla="*/ 3114000 h 5904331"/>
              <a:gd name="connsiteX3" fmla="*/ 4474456 w 6228216"/>
              <a:gd name="connsiteY3" fmla="*/ 5904331 h 5904331"/>
              <a:gd name="connsiteX4" fmla="*/ 4481338 w 6228216"/>
              <a:gd name="connsiteY4" fmla="*/ 4147888 h 5904331"/>
              <a:gd name="connsiteX5" fmla="*/ 4391670 w 6228216"/>
              <a:gd name="connsiteY5" fmla="*/ 3968895 h 5904331"/>
              <a:gd name="connsiteX6" fmla="*/ 194243 w 6228216"/>
              <a:gd name="connsiteY6" fmla="*/ 3968154 h 5904331"/>
              <a:gd name="connsiteX7" fmla="*/ 126914 w 6228216"/>
              <a:gd name="connsiteY7" fmla="*/ 3990835 h 5904331"/>
              <a:gd name="connsiteX8" fmla="*/ 199 w 6228216"/>
              <a:gd name="connsiteY8" fmla="*/ 3114000 h 5904331"/>
              <a:gd name="connsiteX0" fmla="*/ 199 w 6228216"/>
              <a:gd name="connsiteY0" fmla="*/ 3114000 h 5915833"/>
              <a:gd name="connsiteX1" fmla="*/ 3114199 w 6228216"/>
              <a:gd name="connsiteY1" fmla="*/ 0 h 5915833"/>
              <a:gd name="connsiteX2" fmla="*/ 6228199 w 6228216"/>
              <a:gd name="connsiteY2" fmla="*/ 3114000 h 5915833"/>
              <a:gd name="connsiteX3" fmla="*/ 4480207 w 6228216"/>
              <a:gd name="connsiteY3" fmla="*/ 5915833 h 5915833"/>
              <a:gd name="connsiteX4" fmla="*/ 4481338 w 6228216"/>
              <a:gd name="connsiteY4" fmla="*/ 4147888 h 5915833"/>
              <a:gd name="connsiteX5" fmla="*/ 4391670 w 6228216"/>
              <a:gd name="connsiteY5" fmla="*/ 3968895 h 5915833"/>
              <a:gd name="connsiteX6" fmla="*/ 194243 w 6228216"/>
              <a:gd name="connsiteY6" fmla="*/ 3968154 h 5915833"/>
              <a:gd name="connsiteX7" fmla="*/ 126914 w 6228216"/>
              <a:gd name="connsiteY7" fmla="*/ 3990835 h 5915833"/>
              <a:gd name="connsiteX8" fmla="*/ 199 w 6228216"/>
              <a:gd name="connsiteY8" fmla="*/ 3114000 h 5915833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6649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7664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9443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80207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52241"/>
              <a:gd name="connsiteX1" fmla="*/ 3114199 w 6228217"/>
              <a:gd name="connsiteY1" fmla="*/ 0 h 5952241"/>
              <a:gd name="connsiteX2" fmla="*/ 6228199 w 6228217"/>
              <a:gd name="connsiteY2" fmla="*/ 3114000 h 5952241"/>
              <a:gd name="connsiteX3" fmla="*/ 4476649 w 6228217"/>
              <a:gd name="connsiteY3" fmla="*/ 5952241 h 5952241"/>
              <a:gd name="connsiteX4" fmla="*/ 4481338 w 6228217"/>
              <a:gd name="connsiteY4" fmla="*/ 4147888 h 5952241"/>
              <a:gd name="connsiteX5" fmla="*/ 4391670 w 6228217"/>
              <a:gd name="connsiteY5" fmla="*/ 3968895 h 5952241"/>
              <a:gd name="connsiteX6" fmla="*/ 194243 w 6228217"/>
              <a:gd name="connsiteY6" fmla="*/ 3968154 h 5952241"/>
              <a:gd name="connsiteX7" fmla="*/ 126914 w 6228217"/>
              <a:gd name="connsiteY7" fmla="*/ 3990835 h 5952241"/>
              <a:gd name="connsiteX8" fmla="*/ 199 w 6228217"/>
              <a:gd name="connsiteY8" fmla="*/ 3114000 h 5952241"/>
              <a:gd name="connsiteX0" fmla="*/ 199 w 6228216"/>
              <a:gd name="connsiteY0" fmla="*/ 3114000 h 5977146"/>
              <a:gd name="connsiteX1" fmla="*/ 3114199 w 6228216"/>
              <a:gd name="connsiteY1" fmla="*/ 0 h 5977146"/>
              <a:gd name="connsiteX2" fmla="*/ 6228199 w 6228216"/>
              <a:gd name="connsiteY2" fmla="*/ 3114000 h 5977146"/>
              <a:gd name="connsiteX3" fmla="*/ 4469533 w 6228216"/>
              <a:gd name="connsiteY3" fmla="*/ 5977146 h 5977146"/>
              <a:gd name="connsiteX4" fmla="*/ 4481338 w 6228216"/>
              <a:gd name="connsiteY4" fmla="*/ 4147888 h 5977146"/>
              <a:gd name="connsiteX5" fmla="*/ 4391670 w 6228216"/>
              <a:gd name="connsiteY5" fmla="*/ 3968895 h 5977146"/>
              <a:gd name="connsiteX6" fmla="*/ 194243 w 6228216"/>
              <a:gd name="connsiteY6" fmla="*/ 3968154 h 5977146"/>
              <a:gd name="connsiteX7" fmla="*/ 126914 w 6228216"/>
              <a:gd name="connsiteY7" fmla="*/ 3990835 h 5977146"/>
              <a:gd name="connsiteX8" fmla="*/ 199 w 6228216"/>
              <a:gd name="connsiteY8" fmla="*/ 3114000 h 5977146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5"/>
              <a:gd name="connsiteY0" fmla="*/ 3114000 h 5927335"/>
              <a:gd name="connsiteX1" fmla="*/ 3114199 w 6228215"/>
              <a:gd name="connsiteY1" fmla="*/ 0 h 5927335"/>
              <a:gd name="connsiteX2" fmla="*/ 6228199 w 6228215"/>
              <a:gd name="connsiteY2" fmla="*/ 3114000 h 5927335"/>
              <a:gd name="connsiteX3" fmla="*/ 4473091 w 6228215"/>
              <a:gd name="connsiteY3" fmla="*/ 5927335 h 5927335"/>
              <a:gd name="connsiteX4" fmla="*/ 4481338 w 6228215"/>
              <a:gd name="connsiteY4" fmla="*/ 4147888 h 5927335"/>
              <a:gd name="connsiteX5" fmla="*/ 4391670 w 6228215"/>
              <a:gd name="connsiteY5" fmla="*/ 3968895 h 5927335"/>
              <a:gd name="connsiteX6" fmla="*/ 194243 w 6228215"/>
              <a:gd name="connsiteY6" fmla="*/ 3968154 h 5927335"/>
              <a:gd name="connsiteX7" fmla="*/ 126914 w 6228215"/>
              <a:gd name="connsiteY7" fmla="*/ 3990835 h 5927335"/>
              <a:gd name="connsiteX8" fmla="*/ 199 w 6228215"/>
              <a:gd name="connsiteY8" fmla="*/ 3114000 h 5927335"/>
              <a:gd name="connsiteX0" fmla="*/ 199 w 6228216"/>
              <a:gd name="connsiteY0" fmla="*/ 3114000 h 5911748"/>
              <a:gd name="connsiteX1" fmla="*/ 3114199 w 6228216"/>
              <a:gd name="connsiteY1" fmla="*/ 0 h 5911748"/>
              <a:gd name="connsiteX2" fmla="*/ 6228199 w 6228216"/>
              <a:gd name="connsiteY2" fmla="*/ 3114000 h 5911748"/>
              <a:gd name="connsiteX3" fmla="*/ 4483482 w 6228216"/>
              <a:gd name="connsiteY3" fmla="*/ 5911748 h 5911748"/>
              <a:gd name="connsiteX4" fmla="*/ 4481338 w 6228216"/>
              <a:gd name="connsiteY4" fmla="*/ 4147888 h 5911748"/>
              <a:gd name="connsiteX5" fmla="*/ 4391670 w 6228216"/>
              <a:gd name="connsiteY5" fmla="*/ 3968895 h 5911748"/>
              <a:gd name="connsiteX6" fmla="*/ 194243 w 6228216"/>
              <a:gd name="connsiteY6" fmla="*/ 3968154 h 5911748"/>
              <a:gd name="connsiteX7" fmla="*/ 126914 w 6228216"/>
              <a:gd name="connsiteY7" fmla="*/ 3990835 h 5911748"/>
              <a:gd name="connsiteX8" fmla="*/ 199 w 6228216"/>
              <a:gd name="connsiteY8" fmla="*/ 3114000 h 5911748"/>
              <a:gd name="connsiteX0" fmla="*/ 199 w 6228216"/>
              <a:gd name="connsiteY0" fmla="*/ 3114000 h 5896162"/>
              <a:gd name="connsiteX1" fmla="*/ 3114199 w 6228216"/>
              <a:gd name="connsiteY1" fmla="*/ 0 h 5896162"/>
              <a:gd name="connsiteX2" fmla="*/ 6228199 w 6228216"/>
              <a:gd name="connsiteY2" fmla="*/ 3114000 h 5896162"/>
              <a:gd name="connsiteX3" fmla="*/ 4483482 w 6228216"/>
              <a:gd name="connsiteY3" fmla="*/ 5896162 h 5896162"/>
              <a:gd name="connsiteX4" fmla="*/ 4481338 w 6228216"/>
              <a:gd name="connsiteY4" fmla="*/ 4147888 h 5896162"/>
              <a:gd name="connsiteX5" fmla="*/ 4391670 w 6228216"/>
              <a:gd name="connsiteY5" fmla="*/ 3968895 h 5896162"/>
              <a:gd name="connsiteX6" fmla="*/ 194243 w 6228216"/>
              <a:gd name="connsiteY6" fmla="*/ 3968154 h 5896162"/>
              <a:gd name="connsiteX7" fmla="*/ 126914 w 6228216"/>
              <a:gd name="connsiteY7" fmla="*/ 3990835 h 5896162"/>
              <a:gd name="connsiteX8" fmla="*/ 199 w 6228216"/>
              <a:gd name="connsiteY8" fmla="*/ 3114000 h 5896162"/>
              <a:gd name="connsiteX0" fmla="*/ 199 w 6228216"/>
              <a:gd name="connsiteY0" fmla="*/ 3114000 h 5880575"/>
              <a:gd name="connsiteX1" fmla="*/ 3114199 w 6228216"/>
              <a:gd name="connsiteY1" fmla="*/ 0 h 5880575"/>
              <a:gd name="connsiteX2" fmla="*/ 6228199 w 6228216"/>
              <a:gd name="connsiteY2" fmla="*/ 3114000 h 5880575"/>
              <a:gd name="connsiteX3" fmla="*/ 4488677 w 6228216"/>
              <a:gd name="connsiteY3" fmla="*/ 5880575 h 5880575"/>
              <a:gd name="connsiteX4" fmla="*/ 4481338 w 6228216"/>
              <a:gd name="connsiteY4" fmla="*/ 4147888 h 5880575"/>
              <a:gd name="connsiteX5" fmla="*/ 4391670 w 6228216"/>
              <a:gd name="connsiteY5" fmla="*/ 3968895 h 5880575"/>
              <a:gd name="connsiteX6" fmla="*/ 194243 w 6228216"/>
              <a:gd name="connsiteY6" fmla="*/ 3968154 h 5880575"/>
              <a:gd name="connsiteX7" fmla="*/ 126914 w 6228216"/>
              <a:gd name="connsiteY7" fmla="*/ 3990835 h 5880575"/>
              <a:gd name="connsiteX8" fmla="*/ 199 w 6228216"/>
              <a:gd name="connsiteY8" fmla="*/ 3114000 h 5880575"/>
              <a:gd name="connsiteX0" fmla="*/ 199 w 6228216"/>
              <a:gd name="connsiteY0" fmla="*/ 3114000 h 5890966"/>
              <a:gd name="connsiteX1" fmla="*/ 3114199 w 6228216"/>
              <a:gd name="connsiteY1" fmla="*/ 0 h 5890966"/>
              <a:gd name="connsiteX2" fmla="*/ 6228199 w 6228216"/>
              <a:gd name="connsiteY2" fmla="*/ 3114000 h 5890966"/>
              <a:gd name="connsiteX3" fmla="*/ 4483481 w 6228216"/>
              <a:gd name="connsiteY3" fmla="*/ 5890966 h 5890966"/>
              <a:gd name="connsiteX4" fmla="*/ 4481338 w 6228216"/>
              <a:gd name="connsiteY4" fmla="*/ 4147888 h 5890966"/>
              <a:gd name="connsiteX5" fmla="*/ 4391670 w 6228216"/>
              <a:gd name="connsiteY5" fmla="*/ 3968895 h 5890966"/>
              <a:gd name="connsiteX6" fmla="*/ 194243 w 6228216"/>
              <a:gd name="connsiteY6" fmla="*/ 3968154 h 5890966"/>
              <a:gd name="connsiteX7" fmla="*/ 126914 w 6228216"/>
              <a:gd name="connsiteY7" fmla="*/ 3990835 h 5890966"/>
              <a:gd name="connsiteX8" fmla="*/ 199 w 6228216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4251 w 6228224"/>
              <a:gd name="connsiteY6" fmla="*/ 3968154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14 w 6228231"/>
              <a:gd name="connsiteY0" fmla="*/ 3114000 h 5890966"/>
              <a:gd name="connsiteX1" fmla="*/ 3114214 w 6228231"/>
              <a:gd name="connsiteY1" fmla="*/ 0 h 5890966"/>
              <a:gd name="connsiteX2" fmla="*/ 6228214 w 6228231"/>
              <a:gd name="connsiteY2" fmla="*/ 3114000 h 5890966"/>
              <a:gd name="connsiteX3" fmla="*/ 4483496 w 6228231"/>
              <a:gd name="connsiteY3" fmla="*/ 5890966 h 5890966"/>
              <a:gd name="connsiteX4" fmla="*/ 4481353 w 6228231"/>
              <a:gd name="connsiteY4" fmla="*/ 4147888 h 5890966"/>
              <a:gd name="connsiteX5" fmla="*/ 4370903 w 6228231"/>
              <a:gd name="connsiteY5" fmla="*/ 3953309 h 5890966"/>
              <a:gd name="connsiteX6" fmla="*/ 227024 w 6228231"/>
              <a:gd name="connsiteY6" fmla="*/ 3938182 h 5890966"/>
              <a:gd name="connsiteX7" fmla="*/ 117138 w 6228231"/>
              <a:gd name="connsiteY7" fmla="*/ 3956268 h 5890966"/>
              <a:gd name="connsiteX8" fmla="*/ 214 w 6228231"/>
              <a:gd name="connsiteY8" fmla="*/ 3114000 h 5890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28231" h="5890966">
                <a:moveTo>
                  <a:pt x="214" y="3114000"/>
                </a:moveTo>
                <a:cubicBezTo>
                  <a:pt x="-4330" y="1411998"/>
                  <a:pt x="1394399" y="0"/>
                  <a:pt x="3114214" y="0"/>
                </a:cubicBezTo>
                <a:cubicBezTo>
                  <a:pt x="4834029" y="0"/>
                  <a:pt x="6228009" y="1324528"/>
                  <a:pt x="6228214" y="3114000"/>
                </a:cubicBezTo>
                <a:cubicBezTo>
                  <a:pt x="6232591" y="4448745"/>
                  <a:pt x="5391347" y="5466913"/>
                  <a:pt x="4483496" y="5890966"/>
                </a:cubicBezTo>
                <a:cubicBezTo>
                  <a:pt x="4470286" y="5884723"/>
                  <a:pt x="4490830" y="4173263"/>
                  <a:pt x="4481353" y="4147888"/>
                </a:cubicBezTo>
                <a:cubicBezTo>
                  <a:pt x="4476337" y="4153536"/>
                  <a:pt x="4500847" y="3989338"/>
                  <a:pt x="4370903" y="3953309"/>
                </a:cubicBezTo>
                <a:lnTo>
                  <a:pt x="227024" y="3938182"/>
                </a:lnTo>
                <a:cubicBezTo>
                  <a:pt x="229896" y="3935584"/>
                  <a:pt x="121453" y="3950046"/>
                  <a:pt x="117138" y="3956268"/>
                </a:cubicBezTo>
                <a:cubicBezTo>
                  <a:pt x="115621" y="3943562"/>
                  <a:pt x="-5779" y="3527224"/>
                  <a:pt x="214" y="3114000"/>
                </a:cubicBezTo>
                <a:close/>
              </a:path>
            </a:pathLst>
          </a:custGeom>
        </p:spPr>
        <p:txBody>
          <a:bodyPr/>
          <a:lstStyle>
            <a:lvl1pPr algn="ctr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5" name="Espaço Reservado para Texto 44">
            <a:extLst>
              <a:ext uri="{FF2B5EF4-FFF2-40B4-BE49-F238E27FC236}">
                <a16:creationId xmlns:a16="http://schemas.microsoft.com/office/drawing/2014/main" id="{06E30179-074A-9B58-6298-4663401723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38366" y="1329766"/>
            <a:ext cx="3385184" cy="1534684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lang="pt-BR" sz="1200" b="0" i="0" u="none" strike="noStrike" kern="1200" cap="none" dirty="0" smtClean="0">
                <a:solidFill>
                  <a:schemeClr val="bg1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Freeform: Shape 24">
            <a:extLst>
              <a:ext uri="{FF2B5EF4-FFF2-40B4-BE49-F238E27FC236}">
                <a16:creationId xmlns:a16="http://schemas.microsoft.com/office/drawing/2014/main" id="{FD415740-21AF-903C-1A5A-37F7E5CC6A3C}"/>
              </a:ext>
            </a:extLst>
          </p:cNvPr>
          <p:cNvSpPr/>
          <p:nvPr userDrawn="1"/>
        </p:nvSpPr>
        <p:spPr>
          <a:xfrm>
            <a:off x="2" y="3900928"/>
            <a:ext cx="2848573" cy="2965721"/>
          </a:xfrm>
          <a:custGeom>
            <a:avLst/>
            <a:gdLst>
              <a:gd name="connsiteX0" fmla="*/ 1162912 w 2848573"/>
              <a:gd name="connsiteY0" fmla="*/ 0 h 2965721"/>
              <a:gd name="connsiteX1" fmla="*/ 2848573 w 2848573"/>
              <a:gd name="connsiteY1" fmla="*/ 1685661 h 2965721"/>
              <a:gd name="connsiteX2" fmla="*/ 2354855 w 2848573"/>
              <a:gd name="connsiteY2" fmla="*/ 2877604 h 2965721"/>
              <a:gd name="connsiteX3" fmla="*/ 2257901 w 2848573"/>
              <a:gd name="connsiteY3" fmla="*/ 2965721 h 2965721"/>
              <a:gd name="connsiteX4" fmla="*/ 67924 w 2848573"/>
              <a:gd name="connsiteY4" fmla="*/ 2965721 h 2965721"/>
              <a:gd name="connsiteX5" fmla="*/ 0 w 2848573"/>
              <a:gd name="connsiteY5" fmla="*/ 2903988 h 2965721"/>
              <a:gd name="connsiteX6" fmla="*/ 0 w 2848573"/>
              <a:gd name="connsiteY6" fmla="*/ 467334 h 2965721"/>
              <a:gd name="connsiteX7" fmla="*/ 90675 w 2848573"/>
              <a:gd name="connsiteY7" fmla="*/ 384923 h 2965721"/>
              <a:gd name="connsiteX8" fmla="*/ 1162912 w 2848573"/>
              <a:gd name="connsiteY8" fmla="*/ 0 h 2965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48573" h="2965721">
                <a:moveTo>
                  <a:pt x="1162912" y="0"/>
                </a:moveTo>
                <a:cubicBezTo>
                  <a:pt x="2093877" y="0"/>
                  <a:pt x="2848573" y="754696"/>
                  <a:pt x="2848573" y="1685661"/>
                </a:cubicBezTo>
                <a:cubicBezTo>
                  <a:pt x="2848573" y="2151144"/>
                  <a:pt x="2659899" y="2572559"/>
                  <a:pt x="2354855" y="2877604"/>
                </a:cubicBezTo>
                <a:lnTo>
                  <a:pt x="2257901" y="2965721"/>
                </a:lnTo>
                <a:lnTo>
                  <a:pt x="67924" y="2965721"/>
                </a:lnTo>
                <a:lnTo>
                  <a:pt x="0" y="2903988"/>
                </a:lnTo>
                <a:lnTo>
                  <a:pt x="0" y="467334"/>
                </a:lnTo>
                <a:lnTo>
                  <a:pt x="90675" y="384923"/>
                </a:lnTo>
                <a:cubicBezTo>
                  <a:pt x="382057" y="144454"/>
                  <a:pt x="755615" y="0"/>
                  <a:pt x="1162912" y="0"/>
                </a:cubicBez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8" name="Espaço Reservado para Imagem 27">
            <a:extLst>
              <a:ext uri="{FF2B5EF4-FFF2-40B4-BE49-F238E27FC236}">
                <a16:creationId xmlns:a16="http://schemas.microsoft.com/office/drawing/2014/main" id="{548B2331-2676-10C2-7E01-D10F6FB4AAA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81687" y="995363"/>
            <a:ext cx="793750" cy="793750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38" name="Título">
            <a:extLst>
              <a:ext uri="{FF2B5EF4-FFF2-40B4-BE49-F238E27FC236}">
                <a16:creationId xmlns:a16="http://schemas.microsoft.com/office/drawing/2014/main" id="{ADB15B2B-2001-9E64-8B66-5FAC0E2E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244" y="989034"/>
            <a:ext cx="4158456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0" name="Espaço Reservado para Texto 39">
            <a:extLst>
              <a:ext uri="{FF2B5EF4-FFF2-40B4-BE49-F238E27FC236}">
                <a16:creationId xmlns:a16="http://schemas.microsoft.com/office/drawing/2014/main" id="{A1760A25-CD4E-1960-08EE-258535BF93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823244" y="644956"/>
            <a:ext cx="4180096" cy="323211"/>
          </a:xfrm>
        </p:spPr>
        <p:txBody>
          <a:bodyPr lIns="126000">
            <a:noAutofit/>
          </a:bodyPr>
          <a:lstStyle>
            <a:lvl1pPr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Rectangle: Rounded Corners 9">
            <a:extLst>
              <a:ext uri="{FF2B5EF4-FFF2-40B4-BE49-F238E27FC236}">
                <a16:creationId xmlns:a16="http://schemas.microsoft.com/office/drawing/2014/main" id="{19FBD3DF-538E-7884-58FD-04DC57DB7E80}"/>
              </a:ext>
            </a:extLst>
          </p:cNvPr>
          <p:cNvSpPr/>
          <p:nvPr userDrawn="1"/>
        </p:nvSpPr>
        <p:spPr>
          <a:xfrm>
            <a:off x="1568450" y="3571620"/>
            <a:ext cx="4434893" cy="2405063"/>
          </a:xfrm>
          <a:prstGeom prst="roundRect">
            <a:avLst>
              <a:gd name="adj" fmla="val 6259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AE95629A-85FB-D0D9-6F6F-A142203545A5}"/>
              </a:ext>
            </a:extLst>
          </p:cNvPr>
          <p:cNvSpPr/>
          <p:nvPr userDrawn="1"/>
        </p:nvSpPr>
        <p:spPr>
          <a:xfrm>
            <a:off x="6222183" y="3545643"/>
            <a:ext cx="4435200" cy="2431040"/>
          </a:xfrm>
          <a:custGeom>
            <a:avLst/>
            <a:gdLst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84667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79472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53494 w 4435200"/>
              <a:gd name="connsiteY2" fmla="*/ 10391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95058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315839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10391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5196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60924 h 2415454"/>
              <a:gd name="connsiteX1" fmla="*/ 150533 w 4435200"/>
              <a:gd name="connsiteY1" fmla="*/ 5195 h 2415454"/>
              <a:gd name="connsiteX2" fmla="*/ 4321035 w 4435200"/>
              <a:gd name="connsiteY2" fmla="*/ 0 h 2415454"/>
              <a:gd name="connsiteX3" fmla="*/ 4435200 w 4435200"/>
              <a:gd name="connsiteY3" fmla="*/ 160924 h 2415454"/>
              <a:gd name="connsiteX4" fmla="*/ 4435200 w 4435200"/>
              <a:gd name="connsiteY4" fmla="*/ 2264921 h 2415454"/>
              <a:gd name="connsiteX5" fmla="*/ 4284667 w 4435200"/>
              <a:gd name="connsiteY5" fmla="*/ 2415454 h 2415454"/>
              <a:gd name="connsiteX6" fmla="*/ 150533 w 4435200"/>
              <a:gd name="connsiteY6" fmla="*/ 2415454 h 2415454"/>
              <a:gd name="connsiteX7" fmla="*/ 0 w 4435200"/>
              <a:gd name="connsiteY7" fmla="*/ 2264921 h 2415454"/>
              <a:gd name="connsiteX8" fmla="*/ 0 w 4435200"/>
              <a:gd name="connsiteY8" fmla="*/ 160924 h 2415454"/>
              <a:gd name="connsiteX0" fmla="*/ 0 w 4435200"/>
              <a:gd name="connsiteY0" fmla="*/ 176510 h 2431040"/>
              <a:gd name="connsiteX1" fmla="*/ 155729 w 4435200"/>
              <a:gd name="connsiteY1" fmla="*/ 0 h 2431040"/>
              <a:gd name="connsiteX2" fmla="*/ 4321035 w 4435200"/>
              <a:gd name="connsiteY2" fmla="*/ 15586 h 2431040"/>
              <a:gd name="connsiteX3" fmla="*/ 4435200 w 4435200"/>
              <a:gd name="connsiteY3" fmla="*/ 176510 h 2431040"/>
              <a:gd name="connsiteX4" fmla="*/ 4435200 w 4435200"/>
              <a:gd name="connsiteY4" fmla="*/ 2280507 h 2431040"/>
              <a:gd name="connsiteX5" fmla="*/ 4284667 w 4435200"/>
              <a:gd name="connsiteY5" fmla="*/ 2431040 h 2431040"/>
              <a:gd name="connsiteX6" fmla="*/ 150533 w 4435200"/>
              <a:gd name="connsiteY6" fmla="*/ 2431040 h 2431040"/>
              <a:gd name="connsiteX7" fmla="*/ 0 w 4435200"/>
              <a:gd name="connsiteY7" fmla="*/ 2280507 h 2431040"/>
              <a:gd name="connsiteX8" fmla="*/ 0 w 4435200"/>
              <a:gd name="connsiteY8" fmla="*/ 176510 h 2431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35200" h="2431040">
                <a:moveTo>
                  <a:pt x="0" y="176510"/>
                </a:moveTo>
                <a:cubicBezTo>
                  <a:pt x="0" y="93373"/>
                  <a:pt x="72592" y="0"/>
                  <a:pt x="155729" y="0"/>
                </a:cubicBezTo>
                <a:lnTo>
                  <a:pt x="4321035" y="15586"/>
                </a:lnTo>
                <a:cubicBezTo>
                  <a:pt x="4404172" y="15586"/>
                  <a:pt x="4435200" y="93373"/>
                  <a:pt x="4435200" y="176510"/>
                </a:cubicBezTo>
                <a:lnTo>
                  <a:pt x="4435200" y="2280507"/>
                </a:lnTo>
                <a:cubicBezTo>
                  <a:pt x="4435200" y="2363644"/>
                  <a:pt x="4367804" y="2431040"/>
                  <a:pt x="4284667" y="2431040"/>
                </a:cubicBezTo>
                <a:lnTo>
                  <a:pt x="150533" y="2431040"/>
                </a:lnTo>
                <a:cubicBezTo>
                  <a:pt x="67396" y="2431040"/>
                  <a:pt x="0" y="2363644"/>
                  <a:pt x="0" y="2280507"/>
                </a:cubicBezTo>
                <a:lnTo>
                  <a:pt x="0" y="1765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F23AF8C6-F807-A43D-E470-FC73BC02AD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698751"/>
            <a:ext cx="1949844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0" name="Espaço Reservado para Texto 29">
            <a:extLst>
              <a:ext uri="{FF2B5EF4-FFF2-40B4-BE49-F238E27FC236}">
                <a16:creationId xmlns:a16="http://schemas.microsoft.com/office/drawing/2014/main" id="{9D491E22-92EA-618D-BAF8-776849CE7C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11338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Espaço Reservado para Texto 29">
            <a:extLst>
              <a:ext uri="{FF2B5EF4-FFF2-40B4-BE49-F238E27FC236}">
                <a16:creationId xmlns:a16="http://schemas.microsoft.com/office/drawing/2014/main" id="{BDD87BC4-5DA3-8DE4-6EB4-09DF200DC5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32764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5B90BA16-3647-7EE4-E8E7-A0663719D6B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3244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4" name="Espaço Reservado para Texto 32">
            <a:extLst>
              <a:ext uri="{FF2B5EF4-FFF2-40B4-BE49-F238E27FC236}">
                <a16:creationId xmlns:a16="http://schemas.microsoft.com/office/drawing/2014/main" id="{20BD869A-4B19-32B8-B2D1-E173FCFC99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32315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BDB52A58-E55C-9C98-C52A-346308CB97D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397500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37" name="Espaço Reservado para Imagem 35">
            <a:extLst>
              <a:ext uri="{FF2B5EF4-FFF2-40B4-BE49-F238E27FC236}">
                <a16:creationId xmlns:a16="http://schemas.microsoft.com/office/drawing/2014/main" id="{C1628873-D7CE-181B-53FE-C45F4CA950A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957144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26" name="Espaço Reservado para Texto 24">
            <a:extLst>
              <a:ext uri="{FF2B5EF4-FFF2-40B4-BE49-F238E27FC236}">
                <a16:creationId xmlns:a16="http://schemas.microsoft.com/office/drawing/2014/main" id="{78C5B9BC-23BA-9D40-0EFB-FD4839B9D6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3289" y="2698751"/>
            <a:ext cx="1971675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95C0EA-8668-632B-6E8C-C7C8464EF94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4038" y="2090738"/>
            <a:ext cx="41576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871029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s numerados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id="{33D9D3EE-07B8-DDE0-D24C-617A25DF28E4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>
          <a:xfrm>
            <a:off x="6178550" y="-394648"/>
            <a:ext cx="6228000" cy="622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FBBB0E18-BC75-0FC9-7E6F-94F735FD7A0A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6178335" y="-394649"/>
            <a:ext cx="6228231" cy="5890966"/>
          </a:xfrm>
          <a:custGeom>
            <a:avLst/>
            <a:gdLst>
              <a:gd name="connsiteX0" fmla="*/ 0 w 6228000"/>
              <a:gd name="connsiteY0" fmla="*/ 3114000 h 6228000"/>
              <a:gd name="connsiteX1" fmla="*/ 3114000 w 6228000"/>
              <a:gd name="connsiteY1" fmla="*/ 0 h 6228000"/>
              <a:gd name="connsiteX2" fmla="*/ 6228000 w 6228000"/>
              <a:gd name="connsiteY2" fmla="*/ 3114000 h 6228000"/>
              <a:gd name="connsiteX3" fmla="*/ 3114000 w 6228000"/>
              <a:gd name="connsiteY3" fmla="*/ 6228000 h 6228000"/>
              <a:gd name="connsiteX4" fmla="*/ 0 w 6228000"/>
              <a:gd name="connsiteY4" fmla="*/ 3114000 h 6228000"/>
              <a:gd name="connsiteX0" fmla="*/ 335458 w 6563458"/>
              <a:gd name="connsiteY0" fmla="*/ 3114000 h 6235728"/>
              <a:gd name="connsiteX1" fmla="*/ 3449458 w 6563458"/>
              <a:gd name="connsiteY1" fmla="*/ 0 h 6235728"/>
              <a:gd name="connsiteX2" fmla="*/ 6563458 w 6563458"/>
              <a:gd name="connsiteY2" fmla="*/ 3114000 h 6235728"/>
              <a:gd name="connsiteX3" fmla="*/ 3449458 w 6563458"/>
              <a:gd name="connsiteY3" fmla="*/ 6228000 h 6235728"/>
              <a:gd name="connsiteX4" fmla="*/ 436684 w 6563458"/>
              <a:gd name="connsiteY4" fmla="*/ 3971566 h 6235728"/>
              <a:gd name="connsiteX5" fmla="*/ 335458 w 6563458"/>
              <a:gd name="connsiteY5" fmla="*/ 3114000 h 6235728"/>
              <a:gd name="connsiteX0" fmla="*/ 198652 w 6426652"/>
              <a:gd name="connsiteY0" fmla="*/ 3114000 h 6235728"/>
              <a:gd name="connsiteX1" fmla="*/ 3312652 w 6426652"/>
              <a:gd name="connsiteY1" fmla="*/ 0 h 6235728"/>
              <a:gd name="connsiteX2" fmla="*/ 6426652 w 6426652"/>
              <a:gd name="connsiteY2" fmla="*/ 3114000 h 6235728"/>
              <a:gd name="connsiteX3" fmla="*/ 3312652 w 6426652"/>
              <a:gd name="connsiteY3" fmla="*/ 6228000 h 6235728"/>
              <a:gd name="connsiteX4" fmla="*/ 299878 w 6426652"/>
              <a:gd name="connsiteY4" fmla="*/ 3971566 h 6235728"/>
              <a:gd name="connsiteX5" fmla="*/ 198652 w 6426652"/>
              <a:gd name="connsiteY5" fmla="*/ 3114000 h 6235728"/>
              <a:gd name="connsiteX0" fmla="*/ 0 w 6228000"/>
              <a:gd name="connsiteY0" fmla="*/ 3114000 h 6235728"/>
              <a:gd name="connsiteX1" fmla="*/ 3114000 w 6228000"/>
              <a:gd name="connsiteY1" fmla="*/ 0 h 6235728"/>
              <a:gd name="connsiteX2" fmla="*/ 6228000 w 6228000"/>
              <a:gd name="connsiteY2" fmla="*/ 3114000 h 6235728"/>
              <a:gd name="connsiteX3" fmla="*/ 3114000 w 6228000"/>
              <a:gd name="connsiteY3" fmla="*/ 6228000 h 6235728"/>
              <a:gd name="connsiteX4" fmla="*/ 101226 w 6228000"/>
              <a:gd name="connsiteY4" fmla="*/ 3971566 h 6235728"/>
              <a:gd name="connsiteX5" fmla="*/ 0 w 6228000"/>
              <a:gd name="connsiteY5" fmla="*/ 3114000 h 6235728"/>
              <a:gd name="connsiteX0" fmla="*/ 3161 w 6231161"/>
              <a:gd name="connsiteY0" fmla="*/ 3114000 h 6235728"/>
              <a:gd name="connsiteX1" fmla="*/ 3117161 w 6231161"/>
              <a:gd name="connsiteY1" fmla="*/ 0 h 6235728"/>
              <a:gd name="connsiteX2" fmla="*/ 6231161 w 6231161"/>
              <a:gd name="connsiteY2" fmla="*/ 3114000 h 6235728"/>
              <a:gd name="connsiteX3" fmla="*/ 3117161 w 6231161"/>
              <a:gd name="connsiteY3" fmla="*/ 6228000 h 6235728"/>
              <a:gd name="connsiteX4" fmla="*/ 104387 w 6231161"/>
              <a:gd name="connsiteY4" fmla="*/ 3971566 h 6235728"/>
              <a:gd name="connsiteX5" fmla="*/ 3161 w 6231161"/>
              <a:gd name="connsiteY5" fmla="*/ 3114000 h 6235728"/>
              <a:gd name="connsiteX0" fmla="*/ 3161 w 6231161"/>
              <a:gd name="connsiteY0" fmla="*/ 3114000 h 6234127"/>
              <a:gd name="connsiteX1" fmla="*/ 3117161 w 6231161"/>
              <a:gd name="connsiteY1" fmla="*/ 0 h 6234127"/>
              <a:gd name="connsiteX2" fmla="*/ 6231161 w 6231161"/>
              <a:gd name="connsiteY2" fmla="*/ 3114000 h 6234127"/>
              <a:gd name="connsiteX3" fmla="*/ 3117161 w 6231161"/>
              <a:gd name="connsiteY3" fmla="*/ 6228000 h 6234127"/>
              <a:gd name="connsiteX4" fmla="*/ 104387 w 6231161"/>
              <a:gd name="connsiteY4" fmla="*/ 3971566 h 6234127"/>
              <a:gd name="connsiteX5" fmla="*/ 3161 w 6231161"/>
              <a:gd name="connsiteY5" fmla="*/ 3114000 h 6234127"/>
              <a:gd name="connsiteX0" fmla="*/ 232739 w 6460739"/>
              <a:gd name="connsiteY0" fmla="*/ 3114000 h 4134120"/>
              <a:gd name="connsiteX1" fmla="*/ 3346739 w 6460739"/>
              <a:gd name="connsiteY1" fmla="*/ 0 h 4134120"/>
              <a:gd name="connsiteX2" fmla="*/ 6460739 w 6460739"/>
              <a:gd name="connsiteY2" fmla="*/ 3114000 h 4134120"/>
              <a:gd name="connsiteX3" fmla="*/ 4624210 w 6460739"/>
              <a:gd name="connsiteY3" fmla="*/ 3968895 h 4134120"/>
              <a:gd name="connsiteX4" fmla="*/ 333965 w 6460739"/>
              <a:gd name="connsiteY4" fmla="*/ 3971566 h 4134120"/>
              <a:gd name="connsiteX5" fmla="*/ 232739 w 6460739"/>
              <a:gd name="connsiteY5" fmla="*/ 3114000 h 4134120"/>
              <a:gd name="connsiteX0" fmla="*/ 232739 w 6533426"/>
              <a:gd name="connsiteY0" fmla="*/ 3114000 h 4101226"/>
              <a:gd name="connsiteX1" fmla="*/ 3346739 w 6533426"/>
              <a:gd name="connsiteY1" fmla="*/ 0 h 4101226"/>
              <a:gd name="connsiteX2" fmla="*/ 6460739 w 6533426"/>
              <a:gd name="connsiteY2" fmla="*/ 3114000 h 4101226"/>
              <a:gd name="connsiteX3" fmla="*/ 5470743 w 6533426"/>
              <a:gd name="connsiteY3" fmla="*/ 4052249 h 4101226"/>
              <a:gd name="connsiteX4" fmla="*/ 4624210 w 6533426"/>
              <a:gd name="connsiteY4" fmla="*/ 3968895 h 4101226"/>
              <a:gd name="connsiteX5" fmla="*/ 333965 w 6533426"/>
              <a:gd name="connsiteY5" fmla="*/ 3971566 h 4101226"/>
              <a:gd name="connsiteX6" fmla="*/ 232739 w 6533426"/>
              <a:gd name="connsiteY6" fmla="*/ 3114000 h 4101226"/>
              <a:gd name="connsiteX0" fmla="*/ 232739 w 6507150"/>
              <a:gd name="connsiteY0" fmla="*/ 3114000 h 5929534"/>
              <a:gd name="connsiteX1" fmla="*/ 3346739 w 6507150"/>
              <a:gd name="connsiteY1" fmla="*/ 0 h 5929534"/>
              <a:gd name="connsiteX2" fmla="*/ 6460739 w 6507150"/>
              <a:gd name="connsiteY2" fmla="*/ 3114000 h 5929534"/>
              <a:gd name="connsiteX3" fmla="*/ 4731155 w 6507150"/>
              <a:gd name="connsiteY3" fmla="*/ 5921390 h 5929534"/>
              <a:gd name="connsiteX4" fmla="*/ 4624210 w 6507150"/>
              <a:gd name="connsiteY4" fmla="*/ 3968895 h 5929534"/>
              <a:gd name="connsiteX5" fmla="*/ 333965 w 6507150"/>
              <a:gd name="connsiteY5" fmla="*/ 3971566 h 5929534"/>
              <a:gd name="connsiteX6" fmla="*/ 232739 w 6507150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3162 w 6233122"/>
              <a:gd name="connsiteY0" fmla="*/ 3114000 h 5929534"/>
              <a:gd name="connsiteX1" fmla="*/ 3117162 w 6233122"/>
              <a:gd name="connsiteY1" fmla="*/ 0 h 5929534"/>
              <a:gd name="connsiteX2" fmla="*/ 6231162 w 6233122"/>
              <a:gd name="connsiteY2" fmla="*/ 3114000 h 5929534"/>
              <a:gd name="connsiteX3" fmla="*/ 4501578 w 6233122"/>
              <a:gd name="connsiteY3" fmla="*/ 5921390 h 5929534"/>
              <a:gd name="connsiteX4" fmla="*/ 4394633 w 6233122"/>
              <a:gd name="connsiteY4" fmla="*/ 3968895 h 5929534"/>
              <a:gd name="connsiteX5" fmla="*/ 104388 w 6233122"/>
              <a:gd name="connsiteY5" fmla="*/ 3971566 h 5929534"/>
              <a:gd name="connsiteX6" fmla="*/ 3162 w 6233122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83173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37653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3019 w 6412979"/>
              <a:gd name="connsiteY0" fmla="*/ 3114000 h 5904331"/>
              <a:gd name="connsiteX1" fmla="*/ 3297019 w 6412979"/>
              <a:gd name="connsiteY1" fmla="*/ 0 h 5904331"/>
              <a:gd name="connsiteX2" fmla="*/ 6411019 w 6412979"/>
              <a:gd name="connsiteY2" fmla="*/ 3114000 h 5904331"/>
              <a:gd name="connsiteX3" fmla="*/ 4667787 w 6412979"/>
              <a:gd name="connsiteY3" fmla="*/ 5904331 h 5904331"/>
              <a:gd name="connsiteX4" fmla="*/ 4664158 w 6412979"/>
              <a:gd name="connsiteY4" fmla="*/ 4147888 h 5904331"/>
              <a:gd name="connsiteX5" fmla="*/ 4574490 w 6412979"/>
              <a:gd name="connsiteY5" fmla="*/ 3968895 h 5904331"/>
              <a:gd name="connsiteX6" fmla="*/ 355896 w 6412979"/>
              <a:gd name="connsiteY6" fmla="*/ 3968154 h 5904331"/>
              <a:gd name="connsiteX7" fmla="*/ 313146 w 6412979"/>
              <a:gd name="connsiteY7" fmla="*/ 3984011 h 5904331"/>
              <a:gd name="connsiteX8" fmla="*/ 183019 w 6412979"/>
              <a:gd name="connsiteY8" fmla="*/ 3114000 h 5904331"/>
              <a:gd name="connsiteX0" fmla="*/ 144151 w 6374111"/>
              <a:gd name="connsiteY0" fmla="*/ 3114000 h 5904331"/>
              <a:gd name="connsiteX1" fmla="*/ 3258151 w 6374111"/>
              <a:gd name="connsiteY1" fmla="*/ 0 h 5904331"/>
              <a:gd name="connsiteX2" fmla="*/ 6372151 w 6374111"/>
              <a:gd name="connsiteY2" fmla="*/ 3114000 h 5904331"/>
              <a:gd name="connsiteX3" fmla="*/ 4628919 w 6374111"/>
              <a:gd name="connsiteY3" fmla="*/ 5904331 h 5904331"/>
              <a:gd name="connsiteX4" fmla="*/ 4625290 w 6374111"/>
              <a:gd name="connsiteY4" fmla="*/ 4147888 h 5904331"/>
              <a:gd name="connsiteX5" fmla="*/ 4535622 w 6374111"/>
              <a:gd name="connsiteY5" fmla="*/ 3968895 h 5904331"/>
              <a:gd name="connsiteX6" fmla="*/ 317028 w 6374111"/>
              <a:gd name="connsiteY6" fmla="*/ 3968154 h 5904331"/>
              <a:gd name="connsiteX7" fmla="*/ 274278 w 6374111"/>
              <a:gd name="connsiteY7" fmla="*/ 3984011 h 5904331"/>
              <a:gd name="connsiteX8" fmla="*/ 144151 w 6374111"/>
              <a:gd name="connsiteY8" fmla="*/ 3114000 h 5904331"/>
              <a:gd name="connsiteX0" fmla="*/ 141340 w 6371300"/>
              <a:gd name="connsiteY0" fmla="*/ 3114000 h 5904331"/>
              <a:gd name="connsiteX1" fmla="*/ 3255340 w 6371300"/>
              <a:gd name="connsiteY1" fmla="*/ 0 h 5904331"/>
              <a:gd name="connsiteX2" fmla="*/ 6369340 w 6371300"/>
              <a:gd name="connsiteY2" fmla="*/ 3114000 h 5904331"/>
              <a:gd name="connsiteX3" fmla="*/ 4626108 w 6371300"/>
              <a:gd name="connsiteY3" fmla="*/ 5904331 h 5904331"/>
              <a:gd name="connsiteX4" fmla="*/ 4622479 w 6371300"/>
              <a:gd name="connsiteY4" fmla="*/ 4147888 h 5904331"/>
              <a:gd name="connsiteX5" fmla="*/ 4532811 w 6371300"/>
              <a:gd name="connsiteY5" fmla="*/ 3968895 h 5904331"/>
              <a:gd name="connsiteX6" fmla="*/ 314217 w 6371300"/>
              <a:gd name="connsiteY6" fmla="*/ 3968154 h 5904331"/>
              <a:gd name="connsiteX7" fmla="*/ 281702 w 6371300"/>
              <a:gd name="connsiteY7" fmla="*/ 3987423 h 5904331"/>
              <a:gd name="connsiteX8" fmla="*/ 141340 w 6371300"/>
              <a:gd name="connsiteY8" fmla="*/ 3114000 h 5904331"/>
              <a:gd name="connsiteX0" fmla="*/ 181 w 6230141"/>
              <a:gd name="connsiteY0" fmla="*/ 3114000 h 5904331"/>
              <a:gd name="connsiteX1" fmla="*/ 3114181 w 6230141"/>
              <a:gd name="connsiteY1" fmla="*/ 0 h 5904331"/>
              <a:gd name="connsiteX2" fmla="*/ 6228181 w 6230141"/>
              <a:gd name="connsiteY2" fmla="*/ 3114000 h 5904331"/>
              <a:gd name="connsiteX3" fmla="*/ 4484949 w 6230141"/>
              <a:gd name="connsiteY3" fmla="*/ 5904331 h 5904331"/>
              <a:gd name="connsiteX4" fmla="*/ 4481320 w 6230141"/>
              <a:gd name="connsiteY4" fmla="*/ 4147888 h 5904331"/>
              <a:gd name="connsiteX5" fmla="*/ 4391652 w 6230141"/>
              <a:gd name="connsiteY5" fmla="*/ 3968895 h 5904331"/>
              <a:gd name="connsiteX6" fmla="*/ 173058 w 6230141"/>
              <a:gd name="connsiteY6" fmla="*/ 3968154 h 5904331"/>
              <a:gd name="connsiteX7" fmla="*/ 140543 w 6230141"/>
              <a:gd name="connsiteY7" fmla="*/ 3987423 h 5904331"/>
              <a:gd name="connsiteX8" fmla="*/ 181 w 6230141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94243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6"/>
              <a:gd name="connsiteY0" fmla="*/ 3114000 h 5904331"/>
              <a:gd name="connsiteX1" fmla="*/ 3114199 w 6228216"/>
              <a:gd name="connsiteY1" fmla="*/ 0 h 5904331"/>
              <a:gd name="connsiteX2" fmla="*/ 6228199 w 6228216"/>
              <a:gd name="connsiteY2" fmla="*/ 3114000 h 5904331"/>
              <a:gd name="connsiteX3" fmla="*/ 4474456 w 6228216"/>
              <a:gd name="connsiteY3" fmla="*/ 5904331 h 5904331"/>
              <a:gd name="connsiteX4" fmla="*/ 4481338 w 6228216"/>
              <a:gd name="connsiteY4" fmla="*/ 4147888 h 5904331"/>
              <a:gd name="connsiteX5" fmla="*/ 4391670 w 6228216"/>
              <a:gd name="connsiteY5" fmla="*/ 3968895 h 5904331"/>
              <a:gd name="connsiteX6" fmla="*/ 194243 w 6228216"/>
              <a:gd name="connsiteY6" fmla="*/ 3968154 h 5904331"/>
              <a:gd name="connsiteX7" fmla="*/ 126914 w 6228216"/>
              <a:gd name="connsiteY7" fmla="*/ 3990835 h 5904331"/>
              <a:gd name="connsiteX8" fmla="*/ 199 w 6228216"/>
              <a:gd name="connsiteY8" fmla="*/ 3114000 h 5904331"/>
              <a:gd name="connsiteX0" fmla="*/ 199 w 6228216"/>
              <a:gd name="connsiteY0" fmla="*/ 3114000 h 5915833"/>
              <a:gd name="connsiteX1" fmla="*/ 3114199 w 6228216"/>
              <a:gd name="connsiteY1" fmla="*/ 0 h 5915833"/>
              <a:gd name="connsiteX2" fmla="*/ 6228199 w 6228216"/>
              <a:gd name="connsiteY2" fmla="*/ 3114000 h 5915833"/>
              <a:gd name="connsiteX3" fmla="*/ 4480207 w 6228216"/>
              <a:gd name="connsiteY3" fmla="*/ 5915833 h 5915833"/>
              <a:gd name="connsiteX4" fmla="*/ 4481338 w 6228216"/>
              <a:gd name="connsiteY4" fmla="*/ 4147888 h 5915833"/>
              <a:gd name="connsiteX5" fmla="*/ 4391670 w 6228216"/>
              <a:gd name="connsiteY5" fmla="*/ 3968895 h 5915833"/>
              <a:gd name="connsiteX6" fmla="*/ 194243 w 6228216"/>
              <a:gd name="connsiteY6" fmla="*/ 3968154 h 5915833"/>
              <a:gd name="connsiteX7" fmla="*/ 126914 w 6228216"/>
              <a:gd name="connsiteY7" fmla="*/ 3990835 h 5915833"/>
              <a:gd name="connsiteX8" fmla="*/ 199 w 6228216"/>
              <a:gd name="connsiteY8" fmla="*/ 3114000 h 5915833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6649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7664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9443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80207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52241"/>
              <a:gd name="connsiteX1" fmla="*/ 3114199 w 6228217"/>
              <a:gd name="connsiteY1" fmla="*/ 0 h 5952241"/>
              <a:gd name="connsiteX2" fmla="*/ 6228199 w 6228217"/>
              <a:gd name="connsiteY2" fmla="*/ 3114000 h 5952241"/>
              <a:gd name="connsiteX3" fmla="*/ 4476649 w 6228217"/>
              <a:gd name="connsiteY3" fmla="*/ 5952241 h 5952241"/>
              <a:gd name="connsiteX4" fmla="*/ 4481338 w 6228217"/>
              <a:gd name="connsiteY4" fmla="*/ 4147888 h 5952241"/>
              <a:gd name="connsiteX5" fmla="*/ 4391670 w 6228217"/>
              <a:gd name="connsiteY5" fmla="*/ 3968895 h 5952241"/>
              <a:gd name="connsiteX6" fmla="*/ 194243 w 6228217"/>
              <a:gd name="connsiteY6" fmla="*/ 3968154 h 5952241"/>
              <a:gd name="connsiteX7" fmla="*/ 126914 w 6228217"/>
              <a:gd name="connsiteY7" fmla="*/ 3990835 h 5952241"/>
              <a:gd name="connsiteX8" fmla="*/ 199 w 6228217"/>
              <a:gd name="connsiteY8" fmla="*/ 3114000 h 5952241"/>
              <a:gd name="connsiteX0" fmla="*/ 199 w 6228216"/>
              <a:gd name="connsiteY0" fmla="*/ 3114000 h 5977146"/>
              <a:gd name="connsiteX1" fmla="*/ 3114199 w 6228216"/>
              <a:gd name="connsiteY1" fmla="*/ 0 h 5977146"/>
              <a:gd name="connsiteX2" fmla="*/ 6228199 w 6228216"/>
              <a:gd name="connsiteY2" fmla="*/ 3114000 h 5977146"/>
              <a:gd name="connsiteX3" fmla="*/ 4469533 w 6228216"/>
              <a:gd name="connsiteY3" fmla="*/ 5977146 h 5977146"/>
              <a:gd name="connsiteX4" fmla="*/ 4481338 w 6228216"/>
              <a:gd name="connsiteY4" fmla="*/ 4147888 h 5977146"/>
              <a:gd name="connsiteX5" fmla="*/ 4391670 w 6228216"/>
              <a:gd name="connsiteY5" fmla="*/ 3968895 h 5977146"/>
              <a:gd name="connsiteX6" fmla="*/ 194243 w 6228216"/>
              <a:gd name="connsiteY6" fmla="*/ 3968154 h 5977146"/>
              <a:gd name="connsiteX7" fmla="*/ 126914 w 6228216"/>
              <a:gd name="connsiteY7" fmla="*/ 3990835 h 5977146"/>
              <a:gd name="connsiteX8" fmla="*/ 199 w 6228216"/>
              <a:gd name="connsiteY8" fmla="*/ 3114000 h 5977146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5"/>
              <a:gd name="connsiteY0" fmla="*/ 3114000 h 5927335"/>
              <a:gd name="connsiteX1" fmla="*/ 3114199 w 6228215"/>
              <a:gd name="connsiteY1" fmla="*/ 0 h 5927335"/>
              <a:gd name="connsiteX2" fmla="*/ 6228199 w 6228215"/>
              <a:gd name="connsiteY2" fmla="*/ 3114000 h 5927335"/>
              <a:gd name="connsiteX3" fmla="*/ 4473091 w 6228215"/>
              <a:gd name="connsiteY3" fmla="*/ 5927335 h 5927335"/>
              <a:gd name="connsiteX4" fmla="*/ 4481338 w 6228215"/>
              <a:gd name="connsiteY4" fmla="*/ 4147888 h 5927335"/>
              <a:gd name="connsiteX5" fmla="*/ 4391670 w 6228215"/>
              <a:gd name="connsiteY5" fmla="*/ 3968895 h 5927335"/>
              <a:gd name="connsiteX6" fmla="*/ 194243 w 6228215"/>
              <a:gd name="connsiteY6" fmla="*/ 3968154 h 5927335"/>
              <a:gd name="connsiteX7" fmla="*/ 126914 w 6228215"/>
              <a:gd name="connsiteY7" fmla="*/ 3990835 h 5927335"/>
              <a:gd name="connsiteX8" fmla="*/ 199 w 6228215"/>
              <a:gd name="connsiteY8" fmla="*/ 3114000 h 5927335"/>
              <a:gd name="connsiteX0" fmla="*/ 199 w 6228216"/>
              <a:gd name="connsiteY0" fmla="*/ 3114000 h 5911748"/>
              <a:gd name="connsiteX1" fmla="*/ 3114199 w 6228216"/>
              <a:gd name="connsiteY1" fmla="*/ 0 h 5911748"/>
              <a:gd name="connsiteX2" fmla="*/ 6228199 w 6228216"/>
              <a:gd name="connsiteY2" fmla="*/ 3114000 h 5911748"/>
              <a:gd name="connsiteX3" fmla="*/ 4483482 w 6228216"/>
              <a:gd name="connsiteY3" fmla="*/ 5911748 h 5911748"/>
              <a:gd name="connsiteX4" fmla="*/ 4481338 w 6228216"/>
              <a:gd name="connsiteY4" fmla="*/ 4147888 h 5911748"/>
              <a:gd name="connsiteX5" fmla="*/ 4391670 w 6228216"/>
              <a:gd name="connsiteY5" fmla="*/ 3968895 h 5911748"/>
              <a:gd name="connsiteX6" fmla="*/ 194243 w 6228216"/>
              <a:gd name="connsiteY6" fmla="*/ 3968154 h 5911748"/>
              <a:gd name="connsiteX7" fmla="*/ 126914 w 6228216"/>
              <a:gd name="connsiteY7" fmla="*/ 3990835 h 5911748"/>
              <a:gd name="connsiteX8" fmla="*/ 199 w 6228216"/>
              <a:gd name="connsiteY8" fmla="*/ 3114000 h 5911748"/>
              <a:gd name="connsiteX0" fmla="*/ 199 w 6228216"/>
              <a:gd name="connsiteY0" fmla="*/ 3114000 h 5896162"/>
              <a:gd name="connsiteX1" fmla="*/ 3114199 w 6228216"/>
              <a:gd name="connsiteY1" fmla="*/ 0 h 5896162"/>
              <a:gd name="connsiteX2" fmla="*/ 6228199 w 6228216"/>
              <a:gd name="connsiteY2" fmla="*/ 3114000 h 5896162"/>
              <a:gd name="connsiteX3" fmla="*/ 4483482 w 6228216"/>
              <a:gd name="connsiteY3" fmla="*/ 5896162 h 5896162"/>
              <a:gd name="connsiteX4" fmla="*/ 4481338 w 6228216"/>
              <a:gd name="connsiteY4" fmla="*/ 4147888 h 5896162"/>
              <a:gd name="connsiteX5" fmla="*/ 4391670 w 6228216"/>
              <a:gd name="connsiteY5" fmla="*/ 3968895 h 5896162"/>
              <a:gd name="connsiteX6" fmla="*/ 194243 w 6228216"/>
              <a:gd name="connsiteY6" fmla="*/ 3968154 h 5896162"/>
              <a:gd name="connsiteX7" fmla="*/ 126914 w 6228216"/>
              <a:gd name="connsiteY7" fmla="*/ 3990835 h 5896162"/>
              <a:gd name="connsiteX8" fmla="*/ 199 w 6228216"/>
              <a:gd name="connsiteY8" fmla="*/ 3114000 h 5896162"/>
              <a:gd name="connsiteX0" fmla="*/ 199 w 6228216"/>
              <a:gd name="connsiteY0" fmla="*/ 3114000 h 5880575"/>
              <a:gd name="connsiteX1" fmla="*/ 3114199 w 6228216"/>
              <a:gd name="connsiteY1" fmla="*/ 0 h 5880575"/>
              <a:gd name="connsiteX2" fmla="*/ 6228199 w 6228216"/>
              <a:gd name="connsiteY2" fmla="*/ 3114000 h 5880575"/>
              <a:gd name="connsiteX3" fmla="*/ 4488677 w 6228216"/>
              <a:gd name="connsiteY3" fmla="*/ 5880575 h 5880575"/>
              <a:gd name="connsiteX4" fmla="*/ 4481338 w 6228216"/>
              <a:gd name="connsiteY4" fmla="*/ 4147888 h 5880575"/>
              <a:gd name="connsiteX5" fmla="*/ 4391670 w 6228216"/>
              <a:gd name="connsiteY5" fmla="*/ 3968895 h 5880575"/>
              <a:gd name="connsiteX6" fmla="*/ 194243 w 6228216"/>
              <a:gd name="connsiteY6" fmla="*/ 3968154 h 5880575"/>
              <a:gd name="connsiteX7" fmla="*/ 126914 w 6228216"/>
              <a:gd name="connsiteY7" fmla="*/ 3990835 h 5880575"/>
              <a:gd name="connsiteX8" fmla="*/ 199 w 6228216"/>
              <a:gd name="connsiteY8" fmla="*/ 3114000 h 5880575"/>
              <a:gd name="connsiteX0" fmla="*/ 199 w 6228216"/>
              <a:gd name="connsiteY0" fmla="*/ 3114000 h 5890966"/>
              <a:gd name="connsiteX1" fmla="*/ 3114199 w 6228216"/>
              <a:gd name="connsiteY1" fmla="*/ 0 h 5890966"/>
              <a:gd name="connsiteX2" fmla="*/ 6228199 w 6228216"/>
              <a:gd name="connsiteY2" fmla="*/ 3114000 h 5890966"/>
              <a:gd name="connsiteX3" fmla="*/ 4483481 w 6228216"/>
              <a:gd name="connsiteY3" fmla="*/ 5890966 h 5890966"/>
              <a:gd name="connsiteX4" fmla="*/ 4481338 w 6228216"/>
              <a:gd name="connsiteY4" fmla="*/ 4147888 h 5890966"/>
              <a:gd name="connsiteX5" fmla="*/ 4391670 w 6228216"/>
              <a:gd name="connsiteY5" fmla="*/ 3968895 h 5890966"/>
              <a:gd name="connsiteX6" fmla="*/ 194243 w 6228216"/>
              <a:gd name="connsiteY6" fmla="*/ 3968154 h 5890966"/>
              <a:gd name="connsiteX7" fmla="*/ 126914 w 6228216"/>
              <a:gd name="connsiteY7" fmla="*/ 3990835 h 5890966"/>
              <a:gd name="connsiteX8" fmla="*/ 199 w 6228216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4251 w 6228224"/>
              <a:gd name="connsiteY6" fmla="*/ 3968154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14 w 6228231"/>
              <a:gd name="connsiteY0" fmla="*/ 3114000 h 5890966"/>
              <a:gd name="connsiteX1" fmla="*/ 3114214 w 6228231"/>
              <a:gd name="connsiteY1" fmla="*/ 0 h 5890966"/>
              <a:gd name="connsiteX2" fmla="*/ 6228214 w 6228231"/>
              <a:gd name="connsiteY2" fmla="*/ 3114000 h 5890966"/>
              <a:gd name="connsiteX3" fmla="*/ 4483496 w 6228231"/>
              <a:gd name="connsiteY3" fmla="*/ 5890966 h 5890966"/>
              <a:gd name="connsiteX4" fmla="*/ 4481353 w 6228231"/>
              <a:gd name="connsiteY4" fmla="*/ 4147888 h 5890966"/>
              <a:gd name="connsiteX5" fmla="*/ 4370903 w 6228231"/>
              <a:gd name="connsiteY5" fmla="*/ 3953309 h 5890966"/>
              <a:gd name="connsiteX6" fmla="*/ 227024 w 6228231"/>
              <a:gd name="connsiteY6" fmla="*/ 3938182 h 5890966"/>
              <a:gd name="connsiteX7" fmla="*/ 117138 w 6228231"/>
              <a:gd name="connsiteY7" fmla="*/ 3956268 h 5890966"/>
              <a:gd name="connsiteX8" fmla="*/ 214 w 6228231"/>
              <a:gd name="connsiteY8" fmla="*/ 3114000 h 5890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28231" h="5890966">
                <a:moveTo>
                  <a:pt x="214" y="3114000"/>
                </a:moveTo>
                <a:cubicBezTo>
                  <a:pt x="-4330" y="1411998"/>
                  <a:pt x="1394399" y="0"/>
                  <a:pt x="3114214" y="0"/>
                </a:cubicBezTo>
                <a:cubicBezTo>
                  <a:pt x="4834029" y="0"/>
                  <a:pt x="6228009" y="1324528"/>
                  <a:pt x="6228214" y="3114000"/>
                </a:cubicBezTo>
                <a:cubicBezTo>
                  <a:pt x="6232591" y="4448745"/>
                  <a:pt x="5391347" y="5466913"/>
                  <a:pt x="4483496" y="5890966"/>
                </a:cubicBezTo>
                <a:cubicBezTo>
                  <a:pt x="4470286" y="5884723"/>
                  <a:pt x="4490830" y="4173263"/>
                  <a:pt x="4481353" y="4147888"/>
                </a:cubicBezTo>
                <a:cubicBezTo>
                  <a:pt x="4476337" y="4153536"/>
                  <a:pt x="4500847" y="3989338"/>
                  <a:pt x="4370903" y="3953309"/>
                </a:cubicBezTo>
                <a:lnTo>
                  <a:pt x="227024" y="3938182"/>
                </a:lnTo>
                <a:cubicBezTo>
                  <a:pt x="229896" y="3935584"/>
                  <a:pt x="121453" y="3950046"/>
                  <a:pt x="117138" y="3956268"/>
                </a:cubicBezTo>
                <a:cubicBezTo>
                  <a:pt x="115621" y="3943562"/>
                  <a:pt x="-5779" y="3527224"/>
                  <a:pt x="214" y="3114000"/>
                </a:cubicBezTo>
                <a:close/>
              </a:path>
            </a:pathLst>
          </a:custGeom>
        </p:spPr>
        <p:txBody>
          <a:bodyPr/>
          <a:lstStyle>
            <a:lvl1pPr algn="ctr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5" name="Espaço Reservado para Texto 44">
            <a:extLst>
              <a:ext uri="{FF2B5EF4-FFF2-40B4-BE49-F238E27FC236}">
                <a16:creationId xmlns:a16="http://schemas.microsoft.com/office/drawing/2014/main" id="{06E30179-074A-9B58-6298-4663401723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38366" y="1329766"/>
            <a:ext cx="3385184" cy="1534684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lang="pt-BR" sz="1200" b="0" i="0" u="none" strike="noStrike" kern="1200" cap="none" dirty="0" smtClean="0">
                <a:solidFill>
                  <a:schemeClr val="bg1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Freeform: Shape 24">
            <a:extLst>
              <a:ext uri="{FF2B5EF4-FFF2-40B4-BE49-F238E27FC236}">
                <a16:creationId xmlns:a16="http://schemas.microsoft.com/office/drawing/2014/main" id="{FD415740-21AF-903C-1A5A-37F7E5CC6A3C}"/>
              </a:ext>
            </a:extLst>
          </p:cNvPr>
          <p:cNvSpPr/>
          <p:nvPr userDrawn="1"/>
        </p:nvSpPr>
        <p:spPr>
          <a:xfrm>
            <a:off x="2" y="3900928"/>
            <a:ext cx="2848573" cy="2965721"/>
          </a:xfrm>
          <a:custGeom>
            <a:avLst/>
            <a:gdLst>
              <a:gd name="connsiteX0" fmla="*/ 1162912 w 2848573"/>
              <a:gd name="connsiteY0" fmla="*/ 0 h 2965721"/>
              <a:gd name="connsiteX1" fmla="*/ 2848573 w 2848573"/>
              <a:gd name="connsiteY1" fmla="*/ 1685661 h 2965721"/>
              <a:gd name="connsiteX2" fmla="*/ 2354855 w 2848573"/>
              <a:gd name="connsiteY2" fmla="*/ 2877604 h 2965721"/>
              <a:gd name="connsiteX3" fmla="*/ 2257901 w 2848573"/>
              <a:gd name="connsiteY3" fmla="*/ 2965721 h 2965721"/>
              <a:gd name="connsiteX4" fmla="*/ 67924 w 2848573"/>
              <a:gd name="connsiteY4" fmla="*/ 2965721 h 2965721"/>
              <a:gd name="connsiteX5" fmla="*/ 0 w 2848573"/>
              <a:gd name="connsiteY5" fmla="*/ 2903988 h 2965721"/>
              <a:gd name="connsiteX6" fmla="*/ 0 w 2848573"/>
              <a:gd name="connsiteY6" fmla="*/ 467334 h 2965721"/>
              <a:gd name="connsiteX7" fmla="*/ 90675 w 2848573"/>
              <a:gd name="connsiteY7" fmla="*/ 384923 h 2965721"/>
              <a:gd name="connsiteX8" fmla="*/ 1162912 w 2848573"/>
              <a:gd name="connsiteY8" fmla="*/ 0 h 2965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48573" h="2965721">
                <a:moveTo>
                  <a:pt x="1162912" y="0"/>
                </a:moveTo>
                <a:cubicBezTo>
                  <a:pt x="2093877" y="0"/>
                  <a:pt x="2848573" y="754696"/>
                  <a:pt x="2848573" y="1685661"/>
                </a:cubicBezTo>
                <a:cubicBezTo>
                  <a:pt x="2848573" y="2151144"/>
                  <a:pt x="2659899" y="2572559"/>
                  <a:pt x="2354855" y="2877604"/>
                </a:cubicBezTo>
                <a:lnTo>
                  <a:pt x="2257901" y="2965721"/>
                </a:lnTo>
                <a:lnTo>
                  <a:pt x="67924" y="2965721"/>
                </a:lnTo>
                <a:lnTo>
                  <a:pt x="0" y="2903988"/>
                </a:lnTo>
                <a:lnTo>
                  <a:pt x="0" y="467334"/>
                </a:lnTo>
                <a:lnTo>
                  <a:pt x="90675" y="384923"/>
                </a:lnTo>
                <a:cubicBezTo>
                  <a:pt x="382057" y="144454"/>
                  <a:pt x="755615" y="0"/>
                  <a:pt x="1162912" y="0"/>
                </a:cubicBez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8" name="Espaço Reservado para Imagem 27">
            <a:extLst>
              <a:ext uri="{FF2B5EF4-FFF2-40B4-BE49-F238E27FC236}">
                <a16:creationId xmlns:a16="http://schemas.microsoft.com/office/drawing/2014/main" id="{548B2331-2676-10C2-7E01-D10F6FB4AAA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81687" y="995363"/>
            <a:ext cx="793750" cy="793750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38" name="Título">
            <a:extLst>
              <a:ext uri="{FF2B5EF4-FFF2-40B4-BE49-F238E27FC236}">
                <a16:creationId xmlns:a16="http://schemas.microsoft.com/office/drawing/2014/main" id="{ADB15B2B-2001-9E64-8B66-5FAC0E2E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244" y="989034"/>
            <a:ext cx="4158456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0" name="Espaço Reservado para Texto 39">
            <a:extLst>
              <a:ext uri="{FF2B5EF4-FFF2-40B4-BE49-F238E27FC236}">
                <a16:creationId xmlns:a16="http://schemas.microsoft.com/office/drawing/2014/main" id="{A1760A25-CD4E-1960-08EE-258535BF93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823244" y="644956"/>
            <a:ext cx="4180096" cy="323211"/>
          </a:xfrm>
        </p:spPr>
        <p:txBody>
          <a:bodyPr lIns="126000">
            <a:noAutofit/>
          </a:bodyPr>
          <a:lstStyle>
            <a:lvl1pPr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Rectangle: Rounded Corners 9">
            <a:extLst>
              <a:ext uri="{FF2B5EF4-FFF2-40B4-BE49-F238E27FC236}">
                <a16:creationId xmlns:a16="http://schemas.microsoft.com/office/drawing/2014/main" id="{19FBD3DF-538E-7884-58FD-04DC57DB7E80}"/>
              </a:ext>
            </a:extLst>
          </p:cNvPr>
          <p:cNvSpPr/>
          <p:nvPr userDrawn="1"/>
        </p:nvSpPr>
        <p:spPr>
          <a:xfrm>
            <a:off x="1568450" y="3571620"/>
            <a:ext cx="4434893" cy="2405063"/>
          </a:xfrm>
          <a:prstGeom prst="roundRect">
            <a:avLst>
              <a:gd name="adj" fmla="val 6259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AE95629A-85FB-D0D9-6F6F-A142203545A5}"/>
              </a:ext>
            </a:extLst>
          </p:cNvPr>
          <p:cNvSpPr/>
          <p:nvPr userDrawn="1"/>
        </p:nvSpPr>
        <p:spPr>
          <a:xfrm>
            <a:off x="6222183" y="3545643"/>
            <a:ext cx="4435200" cy="2431040"/>
          </a:xfrm>
          <a:custGeom>
            <a:avLst/>
            <a:gdLst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84667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79472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53494 w 4435200"/>
              <a:gd name="connsiteY2" fmla="*/ 10391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95058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315839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10391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5196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60924 h 2415454"/>
              <a:gd name="connsiteX1" fmla="*/ 150533 w 4435200"/>
              <a:gd name="connsiteY1" fmla="*/ 5195 h 2415454"/>
              <a:gd name="connsiteX2" fmla="*/ 4321035 w 4435200"/>
              <a:gd name="connsiteY2" fmla="*/ 0 h 2415454"/>
              <a:gd name="connsiteX3" fmla="*/ 4435200 w 4435200"/>
              <a:gd name="connsiteY3" fmla="*/ 160924 h 2415454"/>
              <a:gd name="connsiteX4" fmla="*/ 4435200 w 4435200"/>
              <a:gd name="connsiteY4" fmla="*/ 2264921 h 2415454"/>
              <a:gd name="connsiteX5" fmla="*/ 4284667 w 4435200"/>
              <a:gd name="connsiteY5" fmla="*/ 2415454 h 2415454"/>
              <a:gd name="connsiteX6" fmla="*/ 150533 w 4435200"/>
              <a:gd name="connsiteY6" fmla="*/ 2415454 h 2415454"/>
              <a:gd name="connsiteX7" fmla="*/ 0 w 4435200"/>
              <a:gd name="connsiteY7" fmla="*/ 2264921 h 2415454"/>
              <a:gd name="connsiteX8" fmla="*/ 0 w 4435200"/>
              <a:gd name="connsiteY8" fmla="*/ 160924 h 2415454"/>
              <a:gd name="connsiteX0" fmla="*/ 0 w 4435200"/>
              <a:gd name="connsiteY0" fmla="*/ 176510 h 2431040"/>
              <a:gd name="connsiteX1" fmla="*/ 155729 w 4435200"/>
              <a:gd name="connsiteY1" fmla="*/ 0 h 2431040"/>
              <a:gd name="connsiteX2" fmla="*/ 4321035 w 4435200"/>
              <a:gd name="connsiteY2" fmla="*/ 15586 h 2431040"/>
              <a:gd name="connsiteX3" fmla="*/ 4435200 w 4435200"/>
              <a:gd name="connsiteY3" fmla="*/ 176510 h 2431040"/>
              <a:gd name="connsiteX4" fmla="*/ 4435200 w 4435200"/>
              <a:gd name="connsiteY4" fmla="*/ 2280507 h 2431040"/>
              <a:gd name="connsiteX5" fmla="*/ 4284667 w 4435200"/>
              <a:gd name="connsiteY5" fmla="*/ 2431040 h 2431040"/>
              <a:gd name="connsiteX6" fmla="*/ 150533 w 4435200"/>
              <a:gd name="connsiteY6" fmla="*/ 2431040 h 2431040"/>
              <a:gd name="connsiteX7" fmla="*/ 0 w 4435200"/>
              <a:gd name="connsiteY7" fmla="*/ 2280507 h 2431040"/>
              <a:gd name="connsiteX8" fmla="*/ 0 w 4435200"/>
              <a:gd name="connsiteY8" fmla="*/ 176510 h 2431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35200" h="2431040">
                <a:moveTo>
                  <a:pt x="0" y="176510"/>
                </a:moveTo>
                <a:cubicBezTo>
                  <a:pt x="0" y="93373"/>
                  <a:pt x="72592" y="0"/>
                  <a:pt x="155729" y="0"/>
                </a:cubicBezTo>
                <a:lnTo>
                  <a:pt x="4321035" y="15586"/>
                </a:lnTo>
                <a:cubicBezTo>
                  <a:pt x="4404172" y="15586"/>
                  <a:pt x="4435200" y="93373"/>
                  <a:pt x="4435200" y="176510"/>
                </a:cubicBezTo>
                <a:lnTo>
                  <a:pt x="4435200" y="2280507"/>
                </a:lnTo>
                <a:cubicBezTo>
                  <a:pt x="4435200" y="2363644"/>
                  <a:pt x="4367804" y="2431040"/>
                  <a:pt x="4284667" y="2431040"/>
                </a:cubicBezTo>
                <a:lnTo>
                  <a:pt x="150533" y="2431040"/>
                </a:lnTo>
                <a:cubicBezTo>
                  <a:pt x="67396" y="2431040"/>
                  <a:pt x="0" y="2363644"/>
                  <a:pt x="0" y="2280507"/>
                </a:cubicBezTo>
                <a:lnTo>
                  <a:pt x="0" y="1765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F23AF8C6-F807-A43D-E470-FC73BC02AD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698751"/>
            <a:ext cx="1949844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0" name="Espaço Reservado para Texto 29">
            <a:extLst>
              <a:ext uri="{FF2B5EF4-FFF2-40B4-BE49-F238E27FC236}">
                <a16:creationId xmlns:a16="http://schemas.microsoft.com/office/drawing/2014/main" id="{9D491E22-92EA-618D-BAF8-776849CE7C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11338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Espaço Reservado para Texto 29">
            <a:extLst>
              <a:ext uri="{FF2B5EF4-FFF2-40B4-BE49-F238E27FC236}">
                <a16:creationId xmlns:a16="http://schemas.microsoft.com/office/drawing/2014/main" id="{BDD87BC4-5DA3-8DE4-6EB4-09DF200DC5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32764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5B90BA16-3647-7EE4-E8E7-A0663719D6B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3244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4" name="Espaço Reservado para Texto 32">
            <a:extLst>
              <a:ext uri="{FF2B5EF4-FFF2-40B4-BE49-F238E27FC236}">
                <a16:creationId xmlns:a16="http://schemas.microsoft.com/office/drawing/2014/main" id="{20BD869A-4B19-32B8-B2D1-E173FCFC99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32315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BDB52A58-E55C-9C98-C52A-346308CB97D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397500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37" name="Espaço Reservado para Imagem 35">
            <a:extLst>
              <a:ext uri="{FF2B5EF4-FFF2-40B4-BE49-F238E27FC236}">
                <a16:creationId xmlns:a16="http://schemas.microsoft.com/office/drawing/2014/main" id="{C1628873-D7CE-181B-53FE-C45F4CA950A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957144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26" name="Espaço Reservado para Texto 24">
            <a:extLst>
              <a:ext uri="{FF2B5EF4-FFF2-40B4-BE49-F238E27FC236}">
                <a16:creationId xmlns:a16="http://schemas.microsoft.com/office/drawing/2014/main" id="{78C5B9BC-23BA-9D40-0EFB-FD4839B9D6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3289" y="2698751"/>
            <a:ext cx="1971675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95C0EA-8668-632B-6E8C-C7C8464EF94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4038" y="2090738"/>
            <a:ext cx="41576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1706825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8837" t="7356" b="7356"/>
          <a:stretch/>
        </p:blipFill>
        <p:spPr>
          <a:xfrm>
            <a:off x="0" y="-1"/>
            <a:ext cx="330993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3987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8837" t="7356" b="7356"/>
          <a:stretch/>
        </p:blipFill>
        <p:spPr>
          <a:xfrm>
            <a:off x="0" y="-1"/>
            <a:ext cx="330993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3636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2C50B055-D4D1-8B28-58F6-A4E7EE06C736}"/>
              </a:ext>
            </a:extLst>
          </p:cNvPr>
          <p:cNvSpPr/>
          <p:nvPr userDrawn="1"/>
        </p:nvSpPr>
        <p:spPr>
          <a:xfrm>
            <a:off x="9740900" y="4254388"/>
            <a:ext cx="3476175" cy="3476175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8837" t="7356" b="7356"/>
          <a:stretch/>
        </p:blipFill>
        <p:spPr>
          <a:xfrm>
            <a:off x="0" y="0"/>
            <a:ext cx="33099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1345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2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2C50B055-D4D1-8B28-58F6-A4E7EE06C736}"/>
              </a:ext>
            </a:extLst>
          </p:cNvPr>
          <p:cNvSpPr/>
          <p:nvPr userDrawn="1"/>
        </p:nvSpPr>
        <p:spPr>
          <a:xfrm>
            <a:off x="9740900" y="4254388"/>
            <a:ext cx="3476175" cy="3476175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8837" t="7356" b="7356"/>
          <a:stretch/>
        </p:blipFill>
        <p:spPr>
          <a:xfrm>
            <a:off x="0" y="-1"/>
            <a:ext cx="330993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811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166"/>
          <a:stretch/>
        </p:blipFill>
        <p:spPr>
          <a:xfrm>
            <a:off x="0" y="650458"/>
            <a:ext cx="3623852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478" r="50000"/>
          <a:stretch/>
        </p:blipFill>
        <p:spPr>
          <a:xfrm>
            <a:off x="10828972" y="0"/>
            <a:ext cx="1363028" cy="1486308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0000" b="50000"/>
          <a:stretch/>
        </p:blipFill>
        <p:spPr>
          <a:xfrm>
            <a:off x="11680864" y="6346864"/>
            <a:ext cx="511136" cy="51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20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3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166"/>
          <a:stretch/>
        </p:blipFill>
        <p:spPr>
          <a:xfrm>
            <a:off x="0" y="650458"/>
            <a:ext cx="3623852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478" r="50000"/>
          <a:stretch/>
        </p:blipFill>
        <p:spPr>
          <a:xfrm>
            <a:off x="10828972" y="0"/>
            <a:ext cx="1363028" cy="1486308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0000" b="50000"/>
          <a:stretch/>
        </p:blipFill>
        <p:spPr>
          <a:xfrm>
            <a:off x="11680864" y="6346864"/>
            <a:ext cx="511136" cy="51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8826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8" y="602332"/>
            <a:ext cx="5919787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3" y="865524"/>
            <a:ext cx="5919787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3561"/>
          <a:stretch/>
        </p:blipFill>
        <p:spPr>
          <a:xfrm>
            <a:off x="-1" y="650458"/>
            <a:ext cx="2190265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478" r="50000"/>
          <a:stretch/>
        </p:blipFill>
        <p:spPr>
          <a:xfrm>
            <a:off x="10828972" y="0"/>
            <a:ext cx="1363028" cy="1486308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0000" b="50000"/>
          <a:stretch/>
        </p:blipFill>
        <p:spPr>
          <a:xfrm>
            <a:off x="11680864" y="6346864"/>
            <a:ext cx="511136" cy="511136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842E5A5A-7704-2F48-8702-A3E6101A002E}"/>
              </a:ext>
            </a:extLst>
          </p:cNvPr>
          <p:cNvSpPr/>
          <p:nvPr userDrawn="1"/>
        </p:nvSpPr>
        <p:spPr>
          <a:xfrm>
            <a:off x="1828046" y="2954787"/>
            <a:ext cx="29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spaço Reservado para Texto 3">
            <a:extLst>
              <a:ext uri="{FF2B5EF4-FFF2-40B4-BE49-F238E27FC236}">
                <a16:creationId xmlns:a16="http://schemas.microsoft.com/office/drawing/2014/main" id="{CDF90CEE-BDF2-3D8C-A60C-9E9609E82B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5882" y="1920603"/>
            <a:ext cx="59229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99F7F299-B9F4-BC9F-95FF-5ED073B643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24038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anchor="t" anchorCtr="0">
            <a:no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/>
              <a:defRPr lang="pt-BR" sz="1300" b="0" i="0" u="none" strike="noStrike" cap="none" dirty="0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Texto 5">
            <a:extLst>
              <a:ext uri="{FF2B5EF4-FFF2-40B4-BE49-F238E27FC236}">
                <a16:creationId xmlns:a16="http://schemas.microsoft.com/office/drawing/2014/main" id="{79E14420-1845-E853-61FD-FA2963FDC8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905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Texto 5">
            <a:extLst>
              <a:ext uri="{FF2B5EF4-FFF2-40B4-BE49-F238E27FC236}">
                <a16:creationId xmlns:a16="http://schemas.microsoft.com/office/drawing/2014/main" id="{913B9138-B8EB-3199-7F11-1E6E66F0F89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2560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5">
            <a:extLst>
              <a:ext uri="{FF2B5EF4-FFF2-40B4-BE49-F238E27FC236}">
                <a16:creationId xmlns:a16="http://schemas.microsoft.com/office/drawing/2014/main" id="{B8F1D9A9-B7F4-BE71-F7ED-0A07DA24A98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824038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9" name="Espaço Reservado para Texto 5">
            <a:extLst>
              <a:ext uri="{FF2B5EF4-FFF2-40B4-BE49-F238E27FC236}">
                <a16:creationId xmlns:a16="http://schemas.microsoft.com/office/drawing/2014/main" id="{980425ED-7FEC-0C8E-25E6-739799A4066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09905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20" name="Espaço Reservado para Texto 5">
            <a:extLst>
              <a:ext uri="{FF2B5EF4-FFF2-40B4-BE49-F238E27FC236}">
                <a16:creationId xmlns:a16="http://schemas.microsoft.com/office/drawing/2014/main" id="{C5B6446B-3A90-952C-4B30-11612A5C500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2560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10800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destaque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8" y="602332"/>
            <a:ext cx="5919787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3" y="865524"/>
            <a:ext cx="5919787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3561"/>
          <a:stretch/>
        </p:blipFill>
        <p:spPr>
          <a:xfrm>
            <a:off x="-1" y="650458"/>
            <a:ext cx="2190265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478" r="50000"/>
          <a:stretch/>
        </p:blipFill>
        <p:spPr>
          <a:xfrm>
            <a:off x="10828972" y="0"/>
            <a:ext cx="1363028" cy="1486308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0000" b="50000"/>
          <a:stretch/>
        </p:blipFill>
        <p:spPr>
          <a:xfrm>
            <a:off x="11680864" y="6346864"/>
            <a:ext cx="511136" cy="511136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842E5A5A-7704-2F48-8702-A3E6101A002E}"/>
              </a:ext>
            </a:extLst>
          </p:cNvPr>
          <p:cNvSpPr/>
          <p:nvPr userDrawn="1"/>
        </p:nvSpPr>
        <p:spPr>
          <a:xfrm>
            <a:off x="1828046" y="2954787"/>
            <a:ext cx="29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spaço Reservado para Texto 3">
            <a:extLst>
              <a:ext uri="{FF2B5EF4-FFF2-40B4-BE49-F238E27FC236}">
                <a16:creationId xmlns:a16="http://schemas.microsoft.com/office/drawing/2014/main" id="{CDF90CEE-BDF2-3D8C-A60C-9E9609E82B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5882" y="1920603"/>
            <a:ext cx="59229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99F7F299-B9F4-BC9F-95FF-5ED073B643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24038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anchor="t" anchorCtr="0">
            <a:no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/>
              <a:defRPr lang="pt-BR" sz="1300" b="0" i="0" u="none" strike="noStrike" cap="none" dirty="0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Texto 5">
            <a:extLst>
              <a:ext uri="{FF2B5EF4-FFF2-40B4-BE49-F238E27FC236}">
                <a16:creationId xmlns:a16="http://schemas.microsoft.com/office/drawing/2014/main" id="{79E14420-1845-E853-61FD-FA2963FDC8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905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Texto 5">
            <a:extLst>
              <a:ext uri="{FF2B5EF4-FFF2-40B4-BE49-F238E27FC236}">
                <a16:creationId xmlns:a16="http://schemas.microsoft.com/office/drawing/2014/main" id="{913B9138-B8EB-3199-7F11-1E6E66F0F89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2560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5">
            <a:extLst>
              <a:ext uri="{FF2B5EF4-FFF2-40B4-BE49-F238E27FC236}">
                <a16:creationId xmlns:a16="http://schemas.microsoft.com/office/drawing/2014/main" id="{B8F1D9A9-B7F4-BE71-F7ED-0A07DA24A98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824038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9" name="Espaço Reservado para Texto 5">
            <a:extLst>
              <a:ext uri="{FF2B5EF4-FFF2-40B4-BE49-F238E27FC236}">
                <a16:creationId xmlns:a16="http://schemas.microsoft.com/office/drawing/2014/main" id="{980425ED-7FEC-0C8E-25E6-739799A4066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09905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20" name="Espaço Reservado para Texto 5">
            <a:extLst>
              <a:ext uri="{FF2B5EF4-FFF2-40B4-BE49-F238E27FC236}">
                <a16:creationId xmlns:a16="http://schemas.microsoft.com/office/drawing/2014/main" id="{C5B6446B-3A90-952C-4B30-11612A5C500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2560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6065922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7"/>
            <a:ext cx="5067325" cy="295276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14150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21202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7"/>
            <a:ext cx="5067325" cy="295276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14150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69200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, texto e imag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5194" y="634417"/>
            <a:ext cx="5067325" cy="295276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194" y="929692"/>
            <a:ext cx="5067325" cy="447676"/>
          </a:xfrm>
        </p:spPr>
        <p:txBody>
          <a:bodyPr anchor="t">
            <a:noAutofit/>
          </a:bodyPr>
          <a:lstStyle>
            <a:lvl1pPr>
              <a:defRPr sz="32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37373" y="2652353"/>
            <a:ext cx="3215912" cy="321591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A49AEE0D-5540-3547-BC5A-EEFF6F6E43A8}"/>
              </a:ext>
            </a:extLst>
          </p:cNvPr>
          <p:cNvSpPr/>
          <p:nvPr userDrawn="1"/>
        </p:nvSpPr>
        <p:spPr>
          <a:xfrm>
            <a:off x="6063916" y="1579387"/>
            <a:ext cx="5362826" cy="5362826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637D6D3-823D-5CA1-E4DB-1EBD83A6E131}"/>
              </a:ext>
            </a:extLst>
          </p:cNvPr>
          <p:cNvSpPr/>
          <p:nvPr userDrawn="1"/>
        </p:nvSpPr>
        <p:spPr>
          <a:xfrm>
            <a:off x="7111110" y="786063"/>
            <a:ext cx="1600274" cy="1600274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80B72A2-436E-D9FD-0AF7-648ADA0BB41E}"/>
              </a:ext>
            </a:extLst>
          </p:cNvPr>
          <p:cNvSpPr/>
          <p:nvPr userDrawn="1"/>
        </p:nvSpPr>
        <p:spPr>
          <a:xfrm>
            <a:off x="10338588" y="4967534"/>
            <a:ext cx="1243812" cy="1243812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9ECFA41-67A9-E4A3-C1EE-58B458E21DE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478" r="50000"/>
          <a:stretch/>
        </p:blipFill>
        <p:spPr>
          <a:xfrm>
            <a:off x="10828972" y="0"/>
            <a:ext cx="1363028" cy="1486308"/>
          </a:xfrm>
          <a:prstGeom prst="rect">
            <a:avLst/>
          </a:prstGeom>
        </p:spPr>
      </p:pic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78140DF-A908-BA68-B4C7-7132F96883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28107" y="1003061"/>
            <a:ext cx="1166279" cy="1166279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BE0A0048-DD3B-B964-36C4-C7F672FEE75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567923" y="5196870"/>
            <a:ext cx="785141" cy="785141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08295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, texto e imagem 2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5194" y="634417"/>
            <a:ext cx="5067325" cy="295276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194" y="929692"/>
            <a:ext cx="5067325" cy="447676"/>
          </a:xfrm>
        </p:spPr>
        <p:txBody>
          <a:bodyPr anchor="t">
            <a:noAutofit/>
          </a:bodyPr>
          <a:lstStyle>
            <a:lvl1pPr>
              <a:defRPr sz="32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37373" y="2652353"/>
            <a:ext cx="3215912" cy="321591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A49AEE0D-5540-3547-BC5A-EEFF6F6E43A8}"/>
              </a:ext>
            </a:extLst>
          </p:cNvPr>
          <p:cNvSpPr/>
          <p:nvPr userDrawn="1"/>
        </p:nvSpPr>
        <p:spPr>
          <a:xfrm>
            <a:off x="6063916" y="1579387"/>
            <a:ext cx="5362826" cy="5362826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637D6D3-823D-5CA1-E4DB-1EBD83A6E131}"/>
              </a:ext>
            </a:extLst>
          </p:cNvPr>
          <p:cNvSpPr/>
          <p:nvPr userDrawn="1"/>
        </p:nvSpPr>
        <p:spPr>
          <a:xfrm>
            <a:off x="7111110" y="786063"/>
            <a:ext cx="1600274" cy="1600274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80B72A2-436E-D9FD-0AF7-648ADA0BB41E}"/>
              </a:ext>
            </a:extLst>
          </p:cNvPr>
          <p:cNvSpPr/>
          <p:nvPr userDrawn="1"/>
        </p:nvSpPr>
        <p:spPr>
          <a:xfrm>
            <a:off x="10338588" y="4967534"/>
            <a:ext cx="1243812" cy="1243812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9ECFA41-67A9-E4A3-C1EE-58B458E21DE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478" r="50000"/>
          <a:stretch/>
        </p:blipFill>
        <p:spPr>
          <a:xfrm>
            <a:off x="10828972" y="0"/>
            <a:ext cx="1363028" cy="1486308"/>
          </a:xfrm>
          <a:prstGeom prst="rect">
            <a:avLst/>
          </a:prstGeom>
        </p:spPr>
      </p:pic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78140DF-A908-BA68-B4C7-7132F96883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28107" y="1003061"/>
            <a:ext cx="1166279" cy="1166279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BE0A0048-DD3B-B964-36C4-C7F672FEE75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567923" y="5196870"/>
            <a:ext cx="785141" cy="785141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75080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#destaque 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0300" y="1398588"/>
            <a:ext cx="5067325" cy="447676"/>
          </a:xfrm>
        </p:spPr>
        <p:txBody>
          <a:bodyPr anchor="t">
            <a:noAutofit/>
          </a:bodyPr>
          <a:lstStyle>
            <a:lvl1pPr>
              <a:defRPr sz="3000" b="1" spc="-100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3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0A5879CF-3A57-F8C5-5DB7-0DDBF0702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8510" y="1335128"/>
            <a:ext cx="1022272" cy="102227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65263578-CBA1-22C2-E629-7BBA7BA793D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597" t="45478"/>
          <a:stretch/>
        </p:blipFill>
        <p:spPr>
          <a:xfrm>
            <a:off x="0" y="0"/>
            <a:ext cx="1837436" cy="1486308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139BA4FB-8314-FDEC-15F0-E08569D9D4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9642" y="5660305"/>
            <a:ext cx="681514" cy="681514"/>
          </a:xfrm>
          <a:prstGeom prst="rect">
            <a:avLst/>
          </a:prstGeom>
        </p:spPr>
      </p:pic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9568" y="1642454"/>
            <a:ext cx="4061502" cy="406150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2" name="Espaço Reservado para Imagem 10">
            <a:extLst>
              <a:ext uri="{FF2B5EF4-FFF2-40B4-BE49-F238E27FC236}">
                <a16:creationId xmlns:a16="http://schemas.microsoft.com/office/drawing/2014/main" id="{82EDB949-E31F-851E-8023-22D09B234E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74745" y="1494631"/>
            <a:ext cx="1190998" cy="1395317"/>
          </a:xfrm>
        </p:spPr>
        <p:txBody>
          <a:bodyPr/>
          <a:lstStyle>
            <a:lvl1pPr>
              <a:defRPr spc="-50" baseline="0"/>
            </a:lvl1pPr>
          </a:lstStyle>
          <a:p>
            <a:r>
              <a:rPr lang="pt-BR"/>
              <a:t>Grafismo</a:t>
            </a:r>
            <a:br>
              <a:rPr lang="pt-BR"/>
            </a:br>
            <a:r>
              <a:rPr lang="pt-BR"/>
              <a:t>(opcional)</a:t>
            </a: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234CC224-7470-BF68-3395-60687C88E6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275" y="1039852"/>
            <a:ext cx="5067325" cy="295276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84601474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, texto e imagem #destaque vermelh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0300" y="1398588"/>
            <a:ext cx="5067325" cy="447676"/>
          </a:xfrm>
        </p:spPr>
        <p:txBody>
          <a:bodyPr anchor="t">
            <a:noAutofit/>
          </a:bodyPr>
          <a:lstStyle>
            <a:lvl1pPr>
              <a:defRPr sz="3000" b="1" spc="-100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 b="1" u="none">
                <a:solidFill>
                  <a:schemeClr val="accent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3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0A5879CF-3A57-F8C5-5DB7-0DDBF0702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8510" y="1335128"/>
            <a:ext cx="1022272" cy="102227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65263578-CBA1-22C2-E629-7BBA7BA793D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597" t="45478"/>
          <a:stretch/>
        </p:blipFill>
        <p:spPr>
          <a:xfrm>
            <a:off x="0" y="0"/>
            <a:ext cx="1837436" cy="1486308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139BA4FB-8314-FDEC-15F0-E08569D9D4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9642" y="5660305"/>
            <a:ext cx="681514" cy="681514"/>
          </a:xfrm>
          <a:prstGeom prst="rect">
            <a:avLst/>
          </a:prstGeom>
        </p:spPr>
      </p:pic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9568" y="1642454"/>
            <a:ext cx="4061502" cy="406150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2" name="Espaço Reservado para Imagem 10">
            <a:extLst>
              <a:ext uri="{FF2B5EF4-FFF2-40B4-BE49-F238E27FC236}">
                <a16:creationId xmlns:a16="http://schemas.microsoft.com/office/drawing/2014/main" id="{82EDB949-E31F-851E-8023-22D09B234E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74745" y="1494631"/>
            <a:ext cx="1190998" cy="1395317"/>
          </a:xfrm>
        </p:spPr>
        <p:txBody>
          <a:bodyPr/>
          <a:lstStyle>
            <a:lvl1pPr>
              <a:defRPr spc="-5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Grafismo</a:t>
            </a:r>
            <a:br>
              <a:rPr lang="pt-BR"/>
            </a:br>
            <a:r>
              <a:rPr lang="pt-BR"/>
              <a:t>(opcional)</a:t>
            </a: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50EEAF79-8616-98EA-A381-CF3EC9698F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275" y="1039852"/>
            <a:ext cx="5067325" cy="295276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70283087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#destaque azul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6">
            <a:extLst>
              <a:ext uri="{FF2B5EF4-FFF2-40B4-BE49-F238E27FC236}">
                <a16:creationId xmlns:a16="http://schemas.microsoft.com/office/drawing/2014/main" id="{834422CA-98D0-C42F-0C28-8A89C29CEF93}"/>
              </a:ext>
            </a:extLst>
          </p:cNvPr>
          <p:cNvSpPr/>
          <p:nvPr userDrawn="1"/>
        </p:nvSpPr>
        <p:spPr>
          <a:xfrm>
            <a:off x="-279474" y="3770819"/>
            <a:ext cx="2140804" cy="2135020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1A1E57D-5415-FF9C-C2D4-D14B577592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5006" y="1136650"/>
            <a:ext cx="1712170" cy="1707542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A501F69B-8309-1299-025A-632B85EADA6F}"/>
              </a:ext>
            </a:extLst>
          </p:cNvPr>
          <p:cNvSpPr/>
          <p:nvPr userDrawn="1"/>
        </p:nvSpPr>
        <p:spPr>
          <a:xfrm>
            <a:off x="949082" y="1438270"/>
            <a:ext cx="3633370" cy="362354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7"/>
            <a:ext cx="5067325" cy="295276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3284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01BE0EC9-7069-DF75-D503-4A156A6520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05358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30553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#destaque vermelh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6">
            <a:extLst>
              <a:ext uri="{FF2B5EF4-FFF2-40B4-BE49-F238E27FC236}">
                <a16:creationId xmlns:a16="http://schemas.microsoft.com/office/drawing/2014/main" id="{834422CA-98D0-C42F-0C28-8A89C29CEF93}"/>
              </a:ext>
            </a:extLst>
          </p:cNvPr>
          <p:cNvSpPr/>
          <p:nvPr userDrawn="1"/>
        </p:nvSpPr>
        <p:spPr>
          <a:xfrm>
            <a:off x="-279474" y="3770819"/>
            <a:ext cx="2140804" cy="21350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1A1E57D-5415-FF9C-C2D4-D14B577592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5006" y="1136650"/>
            <a:ext cx="1712170" cy="1707542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A501F69B-8309-1299-025A-632B85EADA6F}"/>
              </a:ext>
            </a:extLst>
          </p:cNvPr>
          <p:cNvSpPr/>
          <p:nvPr userDrawn="1"/>
        </p:nvSpPr>
        <p:spPr>
          <a:xfrm>
            <a:off x="949082" y="1438270"/>
            <a:ext cx="3633370" cy="362354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7"/>
            <a:ext cx="5067325" cy="295276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3284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01BE0EC9-7069-DF75-D503-4A156A6520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05358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42254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7E6FD-C4DA-F588-E77A-C8DBEDF9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39763"/>
            <a:ext cx="3932237" cy="9207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9426D3-4E19-986D-846B-503FE9472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55FC61-4954-E68E-3679-F6B0250BF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6051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8036F22B-FFFE-6C1E-C8D5-C30FE8E3D9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344487"/>
            <a:ext cx="3932237" cy="2952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99112602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conteúdo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7E6FD-C4DA-F588-E77A-C8DBEDF9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39763"/>
            <a:ext cx="3932237" cy="9207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9426D3-4E19-986D-846B-503FE9472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55FC61-4954-E68E-3679-F6B0250BF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6051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468FC706-4BE2-358A-2886-955D8058F6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344487"/>
            <a:ext cx="3932237" cy="2952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6788676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39763"/>
            <a:ext cx="3932237" cy="9207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A62373F-9A2F-0755-558D-BC41F23DD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6051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D3B08CCE-F169-2376-CF29-9A3C3A63E4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344487"/>
            <a:ext cx="3932237" cy="2952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023137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2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39763"/>
            <a:ext cx="3932237" cy="9207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A62373F-9A2F-0755-558D-BC41F23DD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6051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2295756C-38E4-BF78-9EE1-C1CFCA1A06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344487"/>
            <a:ext cx="3932237" cy="2952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94426863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com imagens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4D167F6E-49C3-4CB9-A8C1-2EAABDD66D39}"/>
              </a:ext>
            </a:extLst>
          </p:cNvPr>
          <p:cNvSpPr/>
          <p:nvPr userDrawn="1"/>
        </p:nvSpPr>
        <p:spPr>
          <a:xfrm>
            <a:off x="7718655" y="1573844"/>
            <a:ext cx="2444148" cy="2444139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FEAF88-A94B-4969-BB2B-7F870F6093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8296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CC3C54D-51D4-4DCC-9031-7F28E5321B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13139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2476168-697F-4AA5-8C77-B44860129DA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6031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12E9791-A151-4105-B316-F6B6F5427F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97595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81DADD-DE31-E0AA-7219-FC46AC01F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35474"/>
            <a:ext cx="5067300" cy="954088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Texto 6">
            <a:extLst>
              <a:ext uri="{FF2B5EF4-FFF2-40B4-BE49-F238E27FC236}">
                <a16:creationId xmlns:a16="http://schemas.microsoft.com/office/drawing/2014/main" id="{5C970B1A-9F79-81A1-7D49-904F563812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3192" y="472707"/>
            <a:ext cx="5067325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5BACA783-7642-705D-AAC4-8EAA365C6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1287" y="1938729"/>
            <a:ext cx="5067300" cy="951402"/>
          </a:xfrm>
        </p:spPr>
        <p:txBody>
          <a:bodyPr>
            <a:normAutofit/>
          </a:bodyPr>
          <a:lstStyle>
            <a:lvl1pPr marL="0" marR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4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Texto 23">
            <a:extLst>
              <a:ext uri="{FF2B5EF4-FFF2-40B4-BE49-F238E27FC236}">
                <a16:creationId xmlns:a16="http://schemas.microsoft.com/office/drawing/2014/main" id="{0BF4A505-4103-C810-E443-C46F7F8FEA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8296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2" name="Espaço Reservado para Texto 23">
            <a:extLst>
              <a:ext uri="{FF2B5EF4-FFF2-40B4-BE49-F238E27FC236}">
                <a16:creationId xmlns:a16="http://schemas.microsoft.com/office/drawing/2014/main" id="{501C1EC4-76DF-EE8A-A186-01E84A38EC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3139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3" name="Espaço Reservado para Texto 23">
            <a:extLst>
              <a:ext uri="{FF2B5EF4-FFF2-40B4-BE49-F238E27FC236}">
                <a16:creationId xmlns:a16="http://schemas.microsoft.com/office/drawing/2014/main" id="{74C0201A-16E0-9D31-29DD-1FC29394A2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56031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5" name="Espaço Reservado para Texto 23">
            <a:extLst>
              <a:ext uri="{FF2B5EF4-FFF2-40B4-BE49-F238E27FC236}">
                <a16:creationId xmlns:a16="http://schemas.microsoft.com/office/drawing/2014/main" id="{E4AA0040-3F2D-DCB7-8D86-BCF423C965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97595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F53127A7-8247-923C-92E6-13605C7D83D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5991" r="48178"/>
          <a:stretch/>
        </p:blipFill>
        <p:spPr>
          <a:xfrm>
            <a:off x="9740900" y="0"/>
            <a:ext cx="2444148" cy="2438881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0FBEDCF9-3BE3-5684-A95F-DD89C6EE421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0000" b="50000"/>
          <a:stretch/>
        </p:blipFill>
        <p:spPr>
          <a:xfrm>
            <a:off x="11680864" y="6346864"/>
            <a:ext cx="511136" cy="51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4110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destaque com íc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>
            <a:extLst>
              <a:ext uri="{FF2B5EF4-FFF2-40B4-BE49-F238E27FC236}">
                <a16:creationId xmlns:a16="http://schemas.microsoft.com/office/drawing/2014/main" id="{8FC6E60B-071E-D350-BC6F-C0CD9604C7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0999" y="2586446"/>
            <a:ext cx="2101026" cy="2101026"/>
          </a:xfrm>
          <a:prstGeom prst="rect">
            <a:avLst/>
          </a:prstGeom>
        </p:spPr>
      </p:pic>
      <p:sp>
        <p:nvSpPr>
          <p:cNvPr id="22" name="Freeform: Shape 24">
            <a:extLst>
              <a:ext uri="{FF2B5EF4-FFF2-40B4-BE49-F238E27FC236}">
                <a16:creationId xmlns:a16="http://schemas.microsoft.com/office/drawing/2014/main" id="{55589210-86D7-6986-4F2E-47E6E193B276}"/>
              </a:ext>
            </a:extLst>
          </p:cNvPr>
          <p:cNvSpPr/>
          <p:nvPr userDrawn="1"/>
        </p:nvSpPr>
        <p:spPr>
          <a:xfrm>
            <a:off x="1" y="5505677"/>
            <a:ext cx="1460543" cy="1360974"/>
          </a:xfrm>
          <a:custGeom>
            <a:avLst/>
            <a:gdLst>
              <a:gd name="connsiteX0" fmla="*/ 618317 w 1778972"/>
              <a:gd name="connsiteY0" fmla="*/ 0 h 1657695"/>
              <a:gd name="connsiteX1" fmla="*/ 1778972 w 1778972"/>
              <a:gd name="connsiteY1" fmla="*/ 1160655 h 1657695"/>
              <a:gd name="connsiteX2" fmla="*/ 1687762 w 1778972"/>
              <a:gd name="connsiteY2" fmla="*/ 1612435 h 1657695"/>
              <a:gd name="connsiteX3" fmla="*/ 1663196 w 1778972"/>
              <a:gd name="connsiteY3" fmla="*/ 1657695 h 1657695"/>
              <a:gd name="connsiteX4" fmla="*/ 0 w 1778972"/>
              <a:gd name="connsiteY4" fmla="*/ 1657695 h 1657695"/>
              <a:gd name="connsiteX5" fmla="*/ 0 w 1778972"/>
              <a:gd name="connsiteY5" fmla="*/ 179622 h 1657695"/>
              <a:gd name="connsiteX6" fmla="*/ 65080 w 1778972"/>
              <a:gd name="connsiteY6" fmla="*/ 140085 h 1657695"/>
              <a:gd name="connsiteX7" fmla="*/ 618317 w 1778972"/>
              <a:gd name="connsiteY7" fmla="*/ 0 h 165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8972" h="1657695">
                <a:moveTo>
                  <a:pt x="618317" y="0"/>
                </a:moveTo>
                <a:cubicBezTo>
                  <a:pt x="1259329" y="0"/>
                  <a:pt x="1778972" y="519643"/>
                  <a:pt x="1778972" y="1160655"/>
                </a:cubicBezTo>
                <a:cubicBezTo>
                  <a:pt x="1778972" y="1320908"/>
                  <a:pt x="1746495" y="1473576"/>
                  <a:pt x="1687762" y="1612435"/>
                </a:cubicBezTo>
                <a:lnTo>
                  <a:pt x="1663196" y="1657695"/>
                </a:lnTo>
                <a:lnTo>
                  <a:pt x="0" y="1657695"/>
                </a:lnTo>
                <a:lnTo>
                  <a:pt x="0" y="179622"/>
                </a:lnTo>
                <a:lnTo>
                  <a:pt x="65080" y="140085"/>
                </a:lnTo>
                <a:cubicBezTo>
                  <a:pt x="229537" y="50747"/>
                  <a:pt x="418001" y="0"/>
                  <a:pt x="618317" y="0"/>
                </a:cubicBezTo>
                <a:close/>
              </a:path>
            </a:pathLst>
          </a:cu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978" y="848481"/>
            <a:ext cx="5044671" cy="920750"/>
          </a:xfrm>
        </p:spPr>
        <p:txBody>
          <a:bodyPr anchor="t">
            <a:noAutofit/>
          </a:bodyPr>
          <a:lstStyle>
            <a:lvl1pPr algn="ctr"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79700" y="1946070"/>
            <a:ext cx="6832600" cy="951402"/>
          </a:xfrm>
        </p:spPr>
        <p:txBody>
          <a:bodyPr>
            <a:normAutofit/>
          </a:bodyPr>
          <a:lstStyle>
            <a:lvl1pPr marL="0" marR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F65EBF6C-485C-17DD-8EC2-C13A19FCC4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7000" y="480048"/>
            <a:ext cx="5067325" cy="354597"/>
          </a:xfrm>
        </p:spPr>
        <p:txBody>
          <a:bodyPr lIns="108000" anchor="b">
            <a:normAutofit/>
          </a:bodyPr>
          <a:lstStyle>
            <a:lvl1pPr algn="ctr">
              <a:lnSpc>
                <a:spcPct val="100000"/>
              </a:lnSpc>
              <a:defRPr sz="1100" b="0" cap="all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7" name="Freeform: Shape 26">
            <a:extLst>
              <a:ext uri="{FF2B5EF4-FFF2-40B4-BE49-F238E27FC236}">
                <a16:creationId xmlns:a16="http://schemas.microsoft.com/office/drawing/2014/main" id="{5E95BECC-9D3F-5219-68DD-89416A67263D}"/>
              </a:ext>
            </a:extLst>
          </p:cNvPr>
          <p:cNvSpPr/>
          <p:nvPr userDrawn="1"/>
        </p:nvSpPr>
        <p:spPr>
          <a:xfrm>
            <a:off x="3360987" y="3776638"/>
            <a:ext cx="4638820" cy="3090011"/>
          </a:xfrm>
          <a:custGeom>
            <a:avLst/>
            <a:gdLst>
              <a:gd name="connsiteX0" fmla="*/ 2319410 w 4638820"/>
              <a:gd name="connsiteY0" fmla="*/ 0 h 3090010"/>
              <a:gd name="connsiteX1" fmla="*/ 4638820 w 4638820"/>
              <a:gd name="connsiteY1" fmla="*/ 2319408 h 3090010"/>
              <a:gd name="connsiteX2" fmla="*/ 4534544 w 4638820"/>
              <a:gd name="connsiteY2" fmla="*/ 3009129 h 3090010"/>
              <a:gd name="connsiteX3" fmla="*/ 4504942 w 4638820"/>
              <a:gd name="connsiteY3" fmla="*/ 3090010 h 3090010"/>
              <a:gd name="connsiteX4" fmla="*/ 133879 w 4638820"/>
              <a:gd name="connsiteY4" fmla="*/ 3090010 h 3090010"/>
              <a:gd name="connsiteX5" fmla="*/ 104276 w 4638820"/>
              <a:gd name="connsiteY5" fmla="*/ 3009129 h 3090010"/>
              <a:gd name="connsiteX6" fmla="*/ 0 w 4638820"/>
              <a:gd name="connsiteY6" fmla="*/ 2319408 h 3090010"/>
              <a:gd name="connsiteX7" fmla="*/ 2319410 w 4638820"/>
              <a:gd name="connsiteY7" fmla="*/ 0 h 309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38820" h="3090010">
                <a:moveTo>
                  <a:pt x="2319410" y="0"/>
                </a:moveTo>
                <a:cubicBezTo>
                  <a:pt x="3600385" y="0"/>
                  <a:pt x="4638820" y="1038434"/>
                  <a:pt x="4638820" y="2319408"/>
                </a:cubicBezTo>
                <a:cubicBezTo>
                  <a:pt x="4638820" y="2559591"/>
                  <a:pt x="4602313" y="2791247"/>
                  <a:pt x="4534544" y="3009129"/>
                </a:cubicBezTo>
                <a:lnTo>
                  <a:pt x="4504942" y="3090010"/>
                </a:lnTo>
                <a:lnTo>
                  <a:pt x="133879" y="3090010"/>
                </a:lnTo>
                <a:lnTo>
                  <a:pt x="104276" y="3009129"/>
                </a:lnTo>
                <a:cubicBezTo>
                  <a:pt x="36508" y="2791247"/>
                  <a:pt x="0" y="2559591"/>
                  <a:pt x="0" y="2319408"/>
                </a:cubicBezTo>
                <a:cubicBezTo>
                  <a:pt x="0" y="1038434"/>
                  <a:pt x="1038435" y="0"/>
                  <a:pt x="23194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9" name="Oval 1">
            <a:extLst>
              <a:ext uri="{FF2B5EF4-FFF2-40B4-BE49-F238E27FC236}">
                <a16:creationId xmlns:a16="http://schemas.microsoft.com/office/drawing/2014/main" id="{0B03E640-E3BB-FB17-5537-862E75ABF681}"/>
              </a:ext>
            </a:extLst>
          </p:cNvPr>
          <p:cNvSpPr/>
          <p:nvPr userDrawn="1"/>
        </p:nvSpPr>
        <p:spPr>
          <a:xfrm>
            <a:off x="1409433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B9DBEBF6-24A2-17AF-03D7-D3A1A2315E42}"/>
              </a:ext>
            </a:extLst>
          </p:cNvPr>
          <p:cNvSpPr/>
          <p:nvPr userDrawn="1"/>
        </p:nvSpPr>
        <p:spPr>
          <a:xfrm>
            <a:off x="4673835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7AFB69F1-EC89-0D88-F743-AB0CCD4E607B}"/>
              </a:ext>
            </a:extLst>
          </p:cNvPr>
          <p:cNvSpPr/>
          <p:nvPr userDrawn="1"/>
        </p:nvSpPr>
        <p:spPr>
          <a:xfrm>
            <a:off x="7998729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8" name="Espaço Reservado para Imagem 27">
            <a:extLst>
              <a:ext uri="{FF2B5EF4-FFF2-40B4-BE49-F238E27FC236}">
                <a16:creationId xmlns:a16="http://schemas.microsoft.com/office/drawing/2014/main" id="{6DE3F598-43D3-1E44-57FB-17EFD4D9254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512131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19" name="Espaço Reservado para Imagem 27">
            <a:extLst>
              <a:ext uri="{FF2B5EF4-FFF2-40B4-BE49-F238E27FC236}">
                <a16:creationId xmlns:a16="http://schemas.microsoft.com/office/drawing/2014/main" id="{E0926438-798E-F72E-EFC9-39EF87CE363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9618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0" name="Espaço Reservado para Imagem 27">
            <a:extLst>
              <a:ext uri="{FF2B5EF4-FFF2-40B4-BE49-F238E27FC236}">
                <a16:creationId xmlns:a16="http://schemas.microsoft.com/office/drawing/2014/main" id="{E07D2C1F-D30D-2277-57A7-14955984FC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0196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5" name="Espaço Reservado para Texto 23">
            <a:extLst>
              <a:ext uri="{FF2B5EF4-FFF2-40B4-BE49-F238E27FC236}">
                <a16:creationId xmlns:a16="http://schemas.microsoft.com/office/drawing/2014/main" id="{10FAB265-50D2-444E-770C-DF530276B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6450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7" name="Espaço Reservado para Texto 23">
            <a:extLst>
              <a:ext uri="{FF2B5EF4-FFF2-40B4-BE49-F238E27FC236}">
                <a16:creationId xmlns:a16="http://schemas.microsoft.com/office/drawing/2014/main" id="{A60E8CAA-48D5-61E9-C74D-2CCEB3E3A7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86296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9" name="Espaço Reservado para Texto 23">
            <a:extLst>
              <a:ext uri="{FF2B5EF4-FFF2-40B4-BE49-F238E27FC236}">
                <a16:creationId xmlns:a16="http://schemas.microsoft.com/office/drawing/2014/main" id="{73876383-9A46-664A-7697-809108EB46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1409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37" name="Espaço Reservado para Texto 36">
            <a:extLst>
              <a:ext uri="{FF2B5EF4-FFF2-40B4-BE49-F238E27FC236}">
                <a16:creationId xmlns:a16="http://schemas.microsoft.com/office/drawing/2014/main" id="{F5EC3AD8-AE40-5DF3-5734-FF5CE486586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10496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Espaço Reservado para Texto 36">
            <a:extLst>
              <a:ext uri="{FF2B5EF4-FFF2-40B4-BE49-F238E27FC236}">
                <a16:creationId xmlns:a16="http://schemas.microsoft.com/office/drawing/2014/main" id="{D2DAA205-1F5B-0E76-2E89-35678D1240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78915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9" name="Espaço Reservado para Texto 36">
            <a:extLst>
              <a:ext uri="{FF2B5EF4-FFF2-40B4-BE49-F238E27FC236}">
                <a16:creationId xmlns:a16="http://schemas.microsoft.com/office/drawing/2014/main" id="{EC8C1CAA-95F3-AE44-1F31-7D912F1B861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99247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77470379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destaque com ícones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>
            <a:extLst>
              <a:ext uri="{FF2B5EF4-FFF2-40B4-BE49-F238E27FC236}">
                <a16:creationId xmlns:a16="http://schemas.microsoft.com/office/drawing/2014/main" id="{8FC6E60B-071E-D350-BC6F-C0CD9604C7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0999" y="2586446"/>
            <a:ext cx="2101026" cy="2101026"/>
          </a:xfrm>
          <a:prstGeom prst="rect">
            <a:avLst/>
          </a:prstGeom>
        </p:spPr>
      </p:pic>
      <p:sp>
        <p:nvSpPr>
          <p:cNvPr id="22" name="Freeform: Shape 24">
            <a:extLst>
              <a:ext uri="{FF2B5EF4-FFF2-40B4-BE49-F238E27FC236}">
                <a16:creationId xmlns:a16="http://schemas.microsoft.com/office/drawing/2014/main" id="{55589210-86D7-6986-4F2E-47E6E193B276}"/>
              </a:ext>
            </a:extLst>
          </p:cNvPr>
          <p:cNvSpPr/>
          <p:nvPr userDrawn="1"/>
        </p:nvSpPr>
        <p:spPr>
          <a:xfrm>
            <a:off x="1" y="5505677"/>
            <a:ext cx="1460543" cy="1360974"/>
          </a:xfrm>
          <a:custGeom>
            <a:avLst/>
            <a:gdLst>
              <a:gd name="connsiteX0" fmla="*/ 618317 w 1778972"/>
              <a:gd name="connsiteY0" fmla="*/ 0 h 1657695"/>
              <a:gd name="connsiteX1" fmla="*/ 1778972 w 1778972"/>
              <a:gd name="connsiteY1" fmla="*/ 1160655 h 1657695"/>
              <a:gd name="connsiteX2" fmla="*/ 1687762 w 1778972"/>
              <a:gd name="connsiteY2" fmla="*/ 1612435 h 1657695"/>
              <a:gd name="connsiteX3" fmla="*/ 1663196 w 1778972"/>
              <a:gd name="connsiteY3" fmla="*/ 1657695 h 1657695"/>
              <a:gd name="connsiteX4" fmla="*/ 0 w 1778972"/>
              <a:gd name="connsiteY4" fmla="*/ 1657695 h 1657695"/>
              <a:gd name="connsiteX5" fmla="*/ 0 w 1778972"/>
              <a:gd name="connsiteY5" fmla="*/ 179622 h 1657695"/>
              <a:gd name="connsiteX6" fmla="*/ 65080 w 1778972"/>
              <a:gd name="connsiteY6" fmla="*/ 140085 h 1657695"/>
              <a:gd name="connsiteX7" fmla="*/ 618317 w 1778972"/>
              <a:gd name="connsiteY7" fmla="*/ 0 h 165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8972" h="1657695">
                <a:moveTo>
                  <a:pt x="618317" y="0"/>
                </a:moveTo>
                <a:cubicBezTo>
                  <a:pt x="1259329" y="0"/>
                  <a:pt x="1778972" y="519643"/>
                  <a:pt x="1778972" y="1160655"/>
                </a:cubicBezTo>
                <a:cubicBezTo>
                  <a:pt x="1778972" y="1320908"/>
                  <a:pt x="1746495" y="1473576"/>
                  <a:pt x="1687762" y="1612435"/>
                </a:cubicBezTo>
                <a:lnTo>
                  <a:pt x="1663196" y="1657695"/>
                </a:lnTo>
                <a:lnTo>
                  <a:pt x="0" y="1657695"/>
                </a:lnTo>
                <a:lnTo>
                  <a:pt x="0" y="179622"/>
                </a:lnTo>
                <a:lnTo>
                  <a:pt x="65080" y="140085"/>
                </a:lnTo>
                <a:cubicBezTo>
                  <a:pt x="229537" y="50747"/>
                  <a:pt x="418001" y="0"/>
                  <a:pt x="618317" y="0"/>
                </a:cubicBezTo>
                <a:close/>
              </a:path>
            </a:pathLst>
          </a:cu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978" y="848481"/>
            <a:ext cx="5044671" cy="920750"/>
          </a:xfrm>
        </p:spPr>
        <p:txBody>
          <a:bodyPr anchor="t">
            <a:noAutofit/>
          </a:bodyPr>
          <a:lstStyle>
            <a:lvl1pPr algn="ctr"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79700" y="1946070"/>
            <a:ext cx="6832600" cy="951402"/>
          </a:xfrm>
        </p:spPr>
        <p:txBody>
          <a:bodyPr>
            <a:normAutofit/>
          </a:bodyPr>
          <a:lstStyle>
            <a:lvl1pPr marL="0" marR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F65EBF6C-485C-17DD-8EC2-C13A19FCC4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7000" y="480048"/>
            <a:ext cx="5067325" cy="354597"/>
          </a:xfrm>
        </p:spPr>
        <p:txBody>
          <a:bodyPr lIns="108000" anchor="b">
            <a:normAutofit/>
          </a:bodyPr>
          <a:lstStyle>
            <a:lvl1pPr algn="ctr">
              <a:lnSpc>
                <a:spcPct val="100000"/>
              </a:lnSpc>
              <a:defRPr sz="1100" b="0" cap="all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7" name="Freeform: Shape 26">
            <a:extLst>
              <a:ext uri="{FF2B5EF4-FFF2-40B4-BE49-F238E27FC236}">
                <a16:creationId xmlns:a16="http://schemas.microsoft.com/office/drawing/2014/main" id="{5E95BECC-9D3F-5219-68DD-89416A67263D}"/>
              </a:ext>
            </a:extLst>
          </p:cNvPr>
          <p:cNvSpPr/>
          <p:nvPr userDrawn="1"/>
        </p:nvSpPr>
        <p:spPr>
          <a:xfrm>
            <a:off x="3360987" y="3776638"/>
            <a:ext cx="4638820" cy="3090011"/>
          </a:xfrm>
          <a:custGeom>
            <a:avLst/>
            <a:gdLst>
              <a:gd name="connsiteX0" fmla="*/ 2319410 w 4638820"/>
              <a:gd name="connsiteY0" fmla="*/ 0 h 3090010"/>
              <a:gd name="connsiteX1" fmla="*/ 4638820 w 4638820"/>
              <a:gd name="connsiteY1" fmla="*/ 2319408 h 3090010"/>
              <a:gd name="connsiteX2" fmla="*/ 4534544 w 4638820"/>
              <a:gd name="connsiteY2" fmla="*/ 3009129 h 3090010"/>
              <a:gd name="connsiteX3" fmla="*/ 4504942 w 4638820"/>
              <a:gd name="connsiteY3" fmla="*/ 3090010 h 3090010"/>
              <a:gd name="connsiteX4" fmla="*/ 133879 w 4638820"/>
              <a:gd name="connsiteY4" fmla="*/ 3090010 h 3090010"/>
              <a:gd name="connsiteX5" fmla="*/ 104276 w 4638820"/>
              <a:gd name="connsiteY5" fmla="*/ 3009129 h 3090010"/>
              <a:gd name="connsiteX6" fmla="*/ 0 w 4638820"/>
              <a:gd name="connsiteY6" fmla="*/ 2319408 h 3090010"/>
              <a:gd name="connsiteX7" fmla="*/ 2319410 w 4638820"/>
              <a:gd name="connsiteY7" fmla="*/ 0 h 309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38820" h="3090010">
                <a:moveTo>
                  <a:pt x="2319410" y="0"/>
                </a:moveTo>
                <a:cubicBezTo>
                  <a:pt x="3600385" y="0"/>
                  <a:pt x="4638820" y="1038434"/>
                  <a:pt x="4638820" y="2319408"/>
                </a:cubicBezTo>
                <a:cubicBezTo>
                  <a:pt x="4638820" y="2559591"/>
                  <a:pt x="4602313" y="2791247"/>
                  <a:pt x="4534544" y="3009129"/>
                </a:cubicBezTo>
                <a:lnTo>
                  <a:pt x="4504942" y="3090010"/>
                </a:lnTo>
                <a:lnTo>
                  <a:pt x="133879" y="3090010"/>
                </a:lnTo>
                <a:lnTo>
                  <a:pt x="104276" y="3009129"/>
                </a:lnTo>
                <a:cubicBezTo>
                  <a:pt x="36508" y="2791247"/>
                  <a:pt x="0" y="2559591"/>
                  <a:pt x="0" y="2319408"/>
                </a:cubicBezTo>
                <a:cubicBezTo>
                  <a:pt x="0" y="1038434"/>
                  <a:pt x="1038435" y="0"/>
                  <a:pt x="23194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9" name="Oval 1">
            <a:extLst>
              <a:ext uri="{FF2B5EF4-FFF2-40B4-BE49-F238E27FC236}">
                <a16:creationId xmlns:a16="http://schemas.microsoft.com/office/drawing/2014/main" id="{0B03E640-E3BB-FB17-5537-862E75ABF681}"/>
              </a:ext>
            </a:extLst>
          </p:cNvPr>
          <p:cNvSpPr/>
          <p:nvPr userDrawn="1"/>
        </p:nvSpPr>
        <p:spPr>
          <a:xfrm>
            <a:off x="1409433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B9DBEBF6-24A2-17AF-03D7-D3A1A2315E42}"/>
              </a:ext>
            </a:extLst>
          </p:cNvPr>
          <p:cNvSpPr/>
          <p:nvPr userDrawn="1"/>
        </p:nvSpPr>
        <p:spPr>
          <a:xfrm>
            <a:off x="4673835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7AFB69F1-EC89-0D88-F743-AB0CCD4E607B}"/>
              </a:ext>
            </a:extLst>
          </p:cNvPr>
          <p:cNvSpPr/>
          <p:nvPr userDrawn="1"/>
        </p:nvSpPr>
        <p:spPr>
          <a:xfrm>
            <a:off x="7998729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8" name="Espaço Reservado para Imagem 27">
            <a:extLst>
              <a:ext uri="{FF2B5EF4-FFF2-40B4-BE49-F238E27FC236}">
                <a16:creationId xmlns:a16="http://schemas.microsoft.com/office/drawing/2014/main" id="{6DE3F598-43D3-1E44-57FB-17EFD4D9254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512131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19" name="Espaço Reservado para Imagem 27">
            <a:extLst>
              <a:ext uri="{FF2B5EF4-FFF2-40B4-BE49-F238E27FC236}">
                <a16:creationId xmlns:a16="http://schemas.microsoft.com/office/drawing/2014/main" id="{E0926438-798E-F72E-EFC9-39EF87CE363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9618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0" name="Espaço Reservado para Imagem 27">
            <a:extLst>
              <a:ext uri="{FF2B5EF4-FFF2-40B4-BE49-F238E27FC236}">
                <a16:creationId xmlns:a16="http://schemas.microsoft.com/office/drawing/2014/main" id="{E07D2C1F-D30D-2277-57A7-14955984FC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0196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5" name="Espaço Reservado para Texto 23">
            <a:extLst>
              <a:ext uri="{FF2B5EF4-FFF2-40B4-BE49-F238E27FC236}">
                <a16:creationId xmlns:a16="http://schemas.microsoft.com/office/drawing/2014/main" id="{10FAB265-50D2-444E-770C-DF530276B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6450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7" name="Espaço Reservado para Texto 23">
            <a:extLst>
              <a:ext uri="{FF2B5EF4-FFF2-40B4-BE49-F238E27FC236}">
                <a16:creationId xmlns:a16="http://schemas.microsoft.com/office/drawing/2014/main" id="{A60E8CAA-48D5-61E9-C74D-2CCEB3E3A7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86296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9" name="Espaço Reservado para Texto 23">
            <a:extLst>
              <a:ext uri="{FF2B5EF4-FFF2-40B4-BE49-F238E27FC236}">
                <a16:creationId xmlns:a16="http://schemas.microsoft.com/office/drawing/2014/main" id="{73876383-9A46-664A-7697-809108EB46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1409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37" name="Espaço Reservado para Texto 36">
            <a:extLst>
              <a:ext uri="{FF2B5EF4-FFF2-40B4-BE49-F238E27FC236}">
                <a16:creationId xmlns:a16="http://schemas.microsoft.com/office/drawing/2014/main" id="{F5EC3AD8-AE40-5DF3-5734-FF5CE486586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10496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Espaço Reservado para Texto 36">
            <a:extLst>
              <a:ext uri="{FF2B5EF4-FFF2-40B4-BE49-F238E27FC236}">
                <a16:creationId xmlns:a16="http://schemas.microsoft.com/office/drawing/2014/main" id="{D2DAA205-1F5B-0E76-2E89-35678D1240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78915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9" name="Espaço Reservado para Texto 36">
            <a:extLst>
              <a:ext uri="{FF2B5EF4-FFF2-40B4-BE49-F238E27FC236}">
                <a16:creationId xmlns:a16="http://schemas.microsoft.com/office/drawing/2014/main" id="{EC8C1CAA-95F3-AE44-1F31-7D912F1B861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99247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8414418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5536CC76-6171-B09D-FDF3-59407A1352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6284" r="65466"/>
          <a:stretch/>
        </p:blipFill>
        <p:spPr>
          <a:xfrm>
            <a:off x="11277600" y="0"/>
            <a:ext cx="914400" cy="1360084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C99EB3E-B5D8-9B44-1758-975265A41B4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508" b="37516"/>
          <a:stretch/>
        </p:blipFill>
        <p:spPr>
          <a:xfrm>
            <a:off x="0" y="3052763"/>
            <a:ext cx="3705332" cy="380523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DA759A-9915-56A7-B65A-20AE4C2B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391" y="1668084"/>
            <a:ext cx="3046009" cy="128111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6">
            <a:extLst>
              <a:ext uri="{FF2B5EF4-FFF2-40B4-BE49-F238E27FC236}">
                <a16:creationId xmlns:a16="http://schemas.microsoft.com/office/drawing/2014/main" id="{5A69258F-54AB-711A-8C68-B0EDF4C7E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1669" y="1313487"/>
            <a:ext cx="3044731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28" name="Espaço Reservado para Texto 26">
            <a:extLst>
              <a:ext uri="{FF2B5EF4-FFF2-40B4-BE49-F238E27FC236}">
                <a16:creationId xmlns:a16="http://schemas.microsoft.com/office/drawing/2014/main" id="{48FFDDFF-D427-23B0-5392-54A4F7DC0D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3601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5" name="Espaço Reservado para Texto 26">
            <a:extLst>
              <a:ext uri="{FF2B5EF4-FFF2-40B4-BE49-F238E27FC236}">
                <a16:creationId xmlns:a16="http://schemas.microsoft.com/office/drawing/2014/main" id="{434FF1FA-B54B-D941-7236-4AB73CE07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73601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6" name="Espaço Reservado para Texto 26">
            <a:extLst>
              <a:ext uri="{FF2B5EF4-FFF2-40B4-BE49-F238E27FC236}">
                <a16:creationId xmlns:a16="http://schemas.microsoft.com/office/drawing/2014/main" id="{94BBE6CA-1C8D-0C0E-98B1-F0C9675FB2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3601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7" name="Espaço Reservado para Texto 26">
            <a:extLst>
              <a:ext uri="{FF2B5EF4-FFF2-40B4-BE49-F238E27FC236}">
                <a16:creationId xmlns:a16="http://schemas.microsoft.com/office/drawing/2014/main" id="{802FF599-8D20-63CA-9E5C-86076C60E4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3601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1" name="Espaço Reservado para Texto 26">
            <a:extLst>
              <a:ext uri="{FF2B5EF4-FFF2-40B4-BE49-F238E27FC236}">
                <a16:creationId xmlns:a16="http://schemas.microsoft.com/office/drawing/2014/main" id="{57A346B4-11F9-01EB-210A-4A70946F8E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7850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2" name="Espaço Reservado para Texto 26">
            <a:extLst>
              <a:ext uri="{FF2B5EF4-FFF2-40B4-BE49-F238E27FC236}">
                <a16:creationId xmlns:a16="http://schemas.microsoft.com/office/drawing/2014/main" id="{EC3DE48F-0EBD-2A68-925F-8A0EF020E6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7850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3" name="Espaço Reservado para Texto 26">
            <a:extLst>
              <a:ext uri="{FF2B5EF4-FFF2-40B4-BE49-F238E27FC236}">
                <a16:creationId xmlns:a16="http://schemas.microsoft.com/office/drawing/2014/main" id="{FF173AB6-483B-5C2C-0E35-74B8CFC072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97850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4" name="Espaço Reservado para Texto 26">
            <a:extLst>
              <a:ext uri="{FF2B5EF4-FFF2-40B4-BE49-F238E27FC236}">
                <a16:creationId xmlns:a16="http://schemas.microsoft.com/office/drawing/2014/main" id="{67ADE121-C2B0-51E4-A497-3BB512AA41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8" name="Espaço Reservado para Texto 45">
            <a:extLst>
              <a:ext uri="{FF2B5EF4-FFF2-40B4-BE49-F238E27FC236}">
                <a16:creationId xmlns:a16="http://schemas.microsoft.com/office/drawing/2014/main" id="{AA0A1508-379C-FE57-7F02-B2F7615EF5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30813" y="160741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0" name="Espaço Reservado para Texto 45">
            <a:extLst>
              <a:ext uri="{FF2B5EF4-FFF2-40B4-BE49-F238E27FC236}">
                <a16:creationId xmlns:a16="http://schemas.microsoft.com/office/drawing/2014/main" id="{90EFF4E9-FB08-5C1A-9AE1-FC5E00F833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30813" y="257930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6" name="Espaço Reservado para Texto 45">
            <a:extLst>
              <a:ext uri="{FF2B5EF4-FFF2-40B4-BE49-F238E27FC236}">
                <a16:creationId xmlns:a16="http://schemas.microsoft.com/office/drawing/2014/main" id="{69EED1E0-BCD6-F969-095D-CB3F4281C4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30813" y="4500843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7" name="Espaço Reservado para Texto 45">
            <a:extLst>
              <a:ext uri="{FF2B5EF4-FFF2-40B4-BE49-F238E27FC236}">
                <a16:creationId xmlns:a16="http://schemas.microsoft.com/office/drawing/2014/main" id="{FC661200-4B00-8BE8-EBFB-A1ADFE405E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30813" y="3533705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8" name="Espaço Reservado para Texto 45">
            <a:extLst>
              <a:ext uri="{FF2B5EF4-FFF2-40B4-BE49-F238E27FC236}">
                <a16:creationId xmlns:a16="http://schemas.microsoft.com/office/drawing/2014/main" id="{345D7696-2F1D-1E51-5609-E3C0EBA299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56650" y="160741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9" name="Espaço Reservado para Texto 45">
            <a:extLst>
              <a:ext uri="{FF2B5EF4-FFF2-40B4-BE49-F238E27FC236}">
                <a16:creationId xmlns:a16="http://schemas.microsoft.com/office/drawing/2014/main" id="{22E326E2-1473-4ABD-2CF9-3D37955704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756650" y="257930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0" name="Espaço Reservado para Texto 45">
            <a:extLst>
              <a:ext uri="{FF2B5EF4-FFF2-40B4-BE49-F238E27FC236}">
                <a16:creationId xmlns:a16="http://schemas.microsoft.com/office/drawing/2014/main" id="{5A6A8A0A-A9DC-57C3-F49B-D204B25F3E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56650" y="4500843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1" name="Espaço Reservado para Texto 45">
            <a:extLst>
              <a:ext uri="{FF2B5EF4-FFF2-40B4-BE49-F238E27FC236}">
                <a16:creationId xmlns:a16="http://schemas.microsoft.com/office/drawing/2014/main" id="{D3BE16D6-E390-D1BC-569E-B7C8A4BAC1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56650" y="3533705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2" name="Espaço Reservado para Texto 3">
            <a:extLst>
              <a:ext uri="{FF2B5EF4-FFF2-40B4-BE49-F238E27FC236}">
                <a16:creationId xmlns:a16="http://schemas.microsoft.com/office/drawing/2014/main" id="{79D8D897-387E-A66E-3D4D-C6E8F6F70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0391" y="3235508"/>
            <a:ext cx="3044731" cy="951402"/>
          </a:xfrm>
        </p:spPr>
        <p:txBody>
          <a:bodyPr>
            <a:normAutofit/>
          </a:bodyPr>
          <a:lstStyle>
            <a:lvl1pPr marL="0" marR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798098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5536CC76-6171-B09D-FDF3-59407A1352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6284" r="65466"/>
          <a:stretch/>
        </p:blipFill>
        <p:spPr>
          <a:xfrm>
            <a:off x="11277600" y="0"/>
            <a:ext cx="914400" cy="1360084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C99EB3E-B5D8-9B44-1758-975265A41B4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508" b="37516"/>
          <a:stretch/>
        </p:blipFill>
        <p:spPr>
          <a:xfrm>
            <a:off x="0" y="3052763"/>
            <a:ext cx="3705332" cy="380523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DA759A-9915-56A7-B65A-20AE4C2B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391" y="1668084"/>
            <a:ext cx="3046009" cy="128111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6">
            <a:extLst>
              <a:ext uri="{FF2B5EF4-FFF2-40B4-BE49-F238E27FC236}">
                <a16:creationId xmlns:a16="http://schemas.microsoft.com/office/drawing/2014/main" id="{5A69258F-54AB-711A-8C68-B0EDF4C7E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1669" y="1313487"/>
            <a:ext cx="3044731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28" name="Espaço Reservado para Texto 26">
            <a:extLst>
              <a:ext uri="{FF2B5EF4-FFF2-40B4-BE49-F238E27FC236}">
                <a16:creationId xmlns:a16="http://schemas.microsoft.com/office/drawing/2014/main" id="{48FFDDFF-D427-23B0-5392-54A4F7DC0D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3601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5" name="Espaço Reservado para Texto 26">
            <a:extLst>
              <a:ext uri="{FF2B5EF4-FFF2-40B4-BE49-F238E27FC236}">
                <a16:creationId xmlns:a16="http://schemas.microsoft.com/office/drawing/2014/main" id="{434FF1FA-B54B-D941-7236-4AB73CE07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73601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6" name="Espaço Reservado para Texto 26">
            <a:extLst>
              <a:ext uri="{FF2B5EF4-FFF2-40B4-BE49-F238E27FC236}">
                <a16:creationId xmlns:a16="http://schemas.microsoft.com/office/drawing/2014/main" id="{94BBE6CA-1C8D-0C0E-98B1-F0C9675FB2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3601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7" name="Espaço Reservado para Texto 26">
            <a:extLst>
              <a:ext uri="{FF2B5EF4-FFF2-40B4-BE49-F238E27FC236}">
                <a16:creationId xmlns:a16="http://schemas.microsoft.com/office/drawing/2014/main" id="{802FF599-8D20-63CA-9E5C-86076C60E4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3601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1" name="Espaço Reservado para Texto 26">
            <a:extLst>
              <a:ext uri="{FF2B5EF4-FFF2-40B4-BE49-F238E27FC236}">
                <a16:creationId xmlns:a16="http://schemas.microsoft.com/office/drawing/2014/main" id="{57A346B4-11F9-01EB-210A-4A70946F8E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7850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2" name="Espaço Reservado para Texto 26">
            <a:extLst>
              <a:ext uri="{FF2B5EF4-FFF2-40B4-BE49-F238E27FC236}">
                <a16:creationId xmlns:a16="http://schemas.microsoft.com/office/drawing/2014/main" id="{EC3DE48F-0EBD-2A68-925F-8A0EF020E6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7850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3" name="Espaço Reservado para Texto 26">
            <a:extLst>
              <a:ext uri="{FF2B5EF4-FFF2-40B4-BE49-F238E27FC236}">
                <a16:creationId xmlns:a16="http://schemas.microsoft.com/office/drawing/2014/main" id="{FF173AB6-483B-5C2C-0E35-74B8CFC072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97850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4" name="Espaço Reservado para Texto 26">
            <a:extLst>
              <a:ext uri="{FF2B5EF4-FFF2-40B4-BE49-F238E27FC236}">
                <a16:creationId xmlns:a16="http://schemas.microsoft.com/office/drawing/2014/main" id="{67ADE121-C2B0-51E4-A497-3BB512AA41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8" name="Espaço Reservado para Texto 45">
            <a:extLst>
              <a:ext uri="{FF2B5EF4-FFF2-40B4-BE49-F238E27FC236}">
                <a16:creationId xmlns:a16="http://schemas.microsoft.com/office/drawing/2014/main" id="{AA0A1508-379C-FE57-7F02-B2F7615EF5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30813" y="160741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0" name="Espaço Reservado para Texto 45">
            <a:extLst>
              <a:ext uri="{FF2B5EF4-FFF2-40B4-BE49-F238E27FC236}">
                <a16:creationId xmlns:a16="http://schemas.microsoft.com/office/drawing/2014/main" id="{90EFF4E9-FB08-5C1A-9AE1-FC5E00F833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30813" y="257930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6" name="Espaço Reservado para Texto 45">
            <a:extLst>
              <a:ext uri="{FF2B5EF4-FFF2-40B4-BE49-F238E27FC236}">
                <a16:creationId xmlns:a16="http://schemas.microsoft.com/office/drawing/2014/main" id="{69EED1E0-BCD6-F969-095D-CB3F4281C4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30813" y="4500843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7" name="Espaço Reservado para Texto 45">
            <a:extLst>
              <a:ext uri="{FF2B5EF4-FFF2-40B4-BE49-F238E27FC236}">
                <a16:creationId xmlns:a16="http://schemas.microsoft.com/office/drawing/2014/main" id="{FC661200-4B00-8BE8-EBFB-A1ADFE405E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30813" y="3533705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8" name="Espaço Reservado para Texto 45">
            <a:extLst>
              <a:ext uri="{FF2B5EF4-FFF2-40B4-BE49-F238E27FC236}">
                <a16:creationId xmlns:a16="http://schemas.microsoft.com/office/drawing/2014/main" id="{345D7696-2F1D-1E51-5609-E3C0EBA299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56650" y="160741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9" name="Espaço Reservado para Texto 45">
            <a:extLst>
              <a:ext uri="{FF2B5EF4-FFF2-40B4-BE49-F238E27FC236}">
                <a16:creationId xmlns:a16="http://schemas.microsoft.com/office/drawing/2014/main" id="{22E326E2-1473-4ABD-2CF9-3D37955704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756650" y="257930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0" name="Espaço Reservado para Texto 45">
            <a:extLst>
              <a:ext uri="{FF2B5EF4-FFF2-40B4-BE49-F238E27FC236}">
                <a16:creationId xmlns:a16="http://schemas.microsoft.com/office/drawing/2014/main" id="{5A6A8A0A-A9DC-57C3-F49B-D204B25F3E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56650" y="4500843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1" name="Espaço Reservado para Texto 45">
            <a:extLst>
              <a:ext uri="{FF2B5EF4-FFF2-40B4-BE49-F238E27FC236}">
                <a16:creationId xmlns:a16="http://schemas.microsoft.com/office/drawing/2014/main" id="{D3BE16D6-E390-D1BC-569E-B7C8A4BAC1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56650" y="3533705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2" name="Espaço Reservado para Texto 3">
            <a:extLst>
              <a:ext uri="{FF2B5EF4-FFF2-40B4-BE49-F238E27FC236}">
                <a16:creationId xmlns:a16="http://schemas.microsoft.com/office/drawing/2014/main" id="{79D8D897-387E-A66E-3D4D-C6E8F6F70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0391" y="3235508"/>
            <a:ext cx="3044731" cy="951402"/>
          </a:xfrm>
        </p:spPr>
        <p:txBody>
          <a:bodyPr>
            <a:normAutofit/>
          </a:bodyPr>
          <a:lstStyle>
            <a:lvl1pPr marL="0" marR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873290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ári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5536CC76-6171-B09D-FDF3-59407A1352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6284" r="65466"/>
          <a:stretch/>
        </p:blipFill>
        <p:spPr>
          <a:xfrm>
            <a:off x="11277600" y="0"/>
            <a:ext cx="914400" cy="1360084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C99EB3E-B5D8-9B44-1758-975265A41B4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508" b="37516"/>
          <a:stretch/>
        </p:blipFill>
        <p:spPr>
          <a:xfrm>
            <a:off x="0" y="3052763"/>
            <a:ext cx="3705332" cy="380523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DA759A-9915-56A7-B65A-20AE4C2B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391" y="1668084"/>
            <a:ext cx="3046009" cy="128111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6">
            <a:extLst>
              <a:ext uri="{FF2B5EF4-FFF2-40B4-BE49-F238E27FC236}">
                <a16:creationId xmlns:a16="http://schemas.microsoft.com/office/drawing/2014/main" id="{5A69258F-54AB-711A-8C68-B0EDF4C7E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1669" y="1313487"/>
            <a:ext cx="3044731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48" name="Espaço Reservado para Texto 45">
            <a:extLst>
              <a:ext uri="{FF2B5EF4-FFF2-40B4-BE49-F238E27FC236}">
                <a16:creationId xmlns:a16="http://schemas.microsoft.com/office/drawing/2014/main" id="{AA0A1508-379C-FE57-7F02-B2F7615EF5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30813" y="160741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0" name="Espaço Reservado para Texto 45">
            <a:extLst>
              <a:ext uri="{FF2B5EF4-FFF2-40B4-BE49-F238E27FC236}">
                <a16:creationId xmlns:a16="http://schemas.microsoft.com/office/drawing/2014/main" id="{90EFF4E9-FB08-5C1A-9AE1-FC5E00F833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30813" y="257930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6" name="Espaço Reservado para Texto 45">
            <a:extLst>
              <a:ext uri="{FF2B5EF4-FFF2-40B4-BE49-F238E27FC236}">
                <a16:creationId xmlns:a16="http://schemas.microsoft.com/office/drawing/2014/main" id="{69EED1E0-BCD6-F969-095D-CB3F4281C4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30813" y="4500843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7" name="Espaço Reservado para Texto 45">
            <a:extLst>
              <a:ext uri="{FF2B5EF4-FFF2-40B4-BE49-F238E27FC236}">
                <a16:creationId xmlns:a16="http://schemas.microsoft.com/office/drawing/2014/main" id="{FC661200-4B00-8BE8-EBFB-A1ADFE405E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30813" y="3533705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8" name="Espaço Reservado para Texto 45">
            <a:extLst>
              <a:ext uri="{FF2B5EF4-FFF2-40B4-BE49-F238E27FC236}">
                <a16:creationId xmlns:a16="http://schemas.microsoft.com/office/drawing/2014/main" id="{345D7696-2F1D-1E51-5609-E3C0EBA299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56650" y="160741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9" name="Espaço Reservado para Texto 45">
            <a:extLst>
              <a:ext uri="{FF2B5EF4-FFF2-40B4-BE49-F238E27FC236}">
                <a16:creationId xmlns:a16="http://schemas.microsoft.com/office/drawing/2014/main" id="{22E326E2-1473-4ABD-2CF9-3D37955704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756650" y="257930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0" name="Espaço Reservado para Texto 45">
            <a:extLst>
              <a:ext uri="{FF2B5EF4-FFF2-40B4-BE49-F238E27FC236}">
                <a16:creationId xmlns:a16="http://schemas.microsoft.com/office/drawing/2014/main" id="{5A6A8A0A-A9DC-57C3-F49B-D204B25F3E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56650" y="4500843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1" name="Espaço Reservado para Texto 45">
            <a:extLst>
              <a:ext uri="{FF2B5EF4-FFF2-40B4-BE49-F238E27FC236}">
                <a16:creationId xmlns:a16="http://schemas.microsoft.com/office/drawing/2014/main" id="{D3BE16D6-E390-D1BC-569E-B7C8A4BAC1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56650" y="3533705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9F790EC3-C462-56AD-2B08-F7FF72508A8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76763" y="1571153"/>
            <a:ext cx="654050" cy="654050"/>
          </a:xfrm>
          <a:prstGeom prst="ellipse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9" name="Espaço Reservado para Imagem 6">
            <a:extLst>
              <a:ext uri="{FF2B5EF4-FFF2-40B4-BE49-F238E27FC236}">
                <a16:creationId xmlns:a16="http://schemas.microsoft.com/office/drawing/2014/main" id="{117F00D3-8A9D-BA5C-B4D6-56F53DABE08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76763" y="4468922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1" name="Espaço Reservado para Imagem 6">
            <a:extLst>
              <a:ext uri="{FF2B5EF4-FFF2-40B4-BE49-F238E27FC236}">
                <a16:creationId xmlns:a16="http://schemas.microsoft.com/office/drawing/2014/main" id="{C63AF8FD-7A31-97C0-140D-F6C27992E08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76763" y="3507444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3" name="Espaço Reservado para Imagem 6">
            <a:extLst>
              <a:ext uri="{FF2B5EF4-FFF2-40B4-BE49-F238E27FC236}">
                <a16:creationId xmlns:a16="http://schemas.microsoft.com/office/drawing/2014/main" id="{F1E03703-2380-F3EB-4FA7-CE7A98BD8A4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76763" y="2545093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8" name="Espaço Reservado para Imagem 6">
            <a:extLst>
              <a:ext uri="{FF2B5EF4-FFF2-40B4-BE49-F238E27FC236}">
                <a16:creationId xmlns:a16="http://schemas.microsoft.com/office/drawing/2014/main" id="{F2561D0A-B2DA-2E1A-6F9F-4F820557716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02600" y="1571153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9" name="Espaço Reservado para Imagem 6">
            <a:extLst>
              <a:ext uri="{FF2B5EF4-FFF2-40B4-BE49-F238E27FC236}">
                <a16:creationId xmlns:a16="http://schemas.microsoft.com/office/drawing/2014/main" id="{5FF9A836-CC47-5A5F-1F9F-77925A1F458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102600" y="4468922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20" name="Espaço Reservado para Imagem 6">
            <a:extLst>
              <a:ext uri="{FF2B5EF4-FFF2-40B4-BE49-F238E27FC236}">
                <a16:creationId xmlns:a16="http://schemas.microsoft.com/office/drawing/2014/main" id="{6B2CA7E3-B922-EC4D-43CF-64B5C722AF4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02600" y="3507444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21" name="Espaço Reservado para Imagem 6">
            <a:extLst>
              <a:ext uri="{FF2B5EF4-FFF2-40B4-BE49-F238E27FC236}">
                <a16:creationId xmlns:a16="http://schemas.microsoft.com/office/drawing/2014/main" id="{59009F60-9F6B-1234-55D4-BBD6C8FA18B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102600" y="2545093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18914407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98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image" Target="../media/image3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Gray"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375562-E38E-3A5D-DD5E-76EE13574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1037"/>
            <a:ext cx="10363200" cy="12811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C89F05-6560-FB4B-012E-55287B7FD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090738"/>
            <a:ext cx="10363200" cy="4086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Segundo nível</a:t>
            </a:r>
          </a:p>
          <a:p>
            <a:pPr marL="792000" marR="0" lvl="2" indent="-2880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5"/>
                    </a:ext>
                  </a:extLst>
                </a:blip>
              </a:buBlip>
              <a:tabLst/>
              <a:defRPr/>
            </a:pPr>
            <a:endParaRPr lang="pt-B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F552152-09DD-4754-E8EA-28C8CDC581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06451" y="1"/>
            <a:ext cx="7112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r"/>
            <a:r>
              <a:rPr lang="en-US" sz="900" b="1">
                <a:solidFill>
                  <a:schemeClr val="bg1"/>
                </a:solidFill>
              </a:rPr>
              <a:t> R 45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 G 61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B 112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745BB3BD-7CE9-F565-F21C-426C7596E7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06451" y="621506"/>
            <a:ext cx="7112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r"/>
            <a:r>
              <a:rPr lang="en-US" sz="900" b="1">
                <a:solidFill>
                  <a:schemeClr val="bg1"/>
                </a:solidFill>
              </a:rPr>
              <a:t> R 244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 G 97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B 77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F7F9F265-89D1-78AC-55E6-238CE5D4A1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06451" y="1233488"/>
            <a:ext cx="711200" cy="5429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R 176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G 183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B 193</a:t>
            </a:r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31F32912-5504-1525-E4B7-761D37AF19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-806451" y="2005540"/>
            <a:ext cx="711200" cy="417743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6CA5DEA4-EEAB-3449-C3DD-83C8AC448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-806451" y="2423283"/>
            <a:ext cx="711200" cy="334885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B90C53BE-8249-C3B9-7787-556D2CC132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-233348" y="2916980"/>
            <a:ext cx="138097" cy="16226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9EDF83E-5CDA-2474-01EF-B0624F903A0E}"/>
              </a:ext>
            </a:extLst>
          </p:cNvPr>
          <p:cNvPicPr>
            <a:picLocks noChangeAspect="1"/>
          </p:cNvPicPr>
          <p:nvPr userDrawn="1"/>
        </p:nvPicPr>
        <p:blipFill>
          <a:blip r:embed="rId68"/>
          <a:stretch>
            <a:fillRect/>
          </a:stretch>
        </p:blipFill>
        <p:spPr>
          <a:xfrm>
            <a:off x="1633336" y="6981568"/>
            <a:ext cx="8005451" cy="2081269"/>
          </a:xfrm>
          <a:prstGeom prst="rect">
            <a:avLst/>
          </a:prstGeom>
          <a:solidFill>
            <a:srgbClr val="4D5054"/>
          </a:solidFill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35E36A66-9A91-584B-6139-D0FCC4B3558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780037" y="4575517"/>
            <a:ext cx="711200" cy="542925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r"/>
            <a:r>
              <a:rPr lang="en-US" sz="900" b="1">
                <a:solidFill>
                  <a:schemeClr val="bg1"/>
                </a:solidFill>
              </a:rPr>
              <a:t> R 112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 G 173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B 71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374AAADE-562E-FB05-88DE-83811D29978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780037" y="5197022"/>
            <a:ext cx="711200" cy="533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r"/>
            <a:r>
              <a:rPr lang="en-US" sz="900" b="1">
                <a:solidFill>
                  <a:schemeClr val="bg1"/>
                </a:solidFill>
              </a:rPr>
              <a:t> R 255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 G 192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B 0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0FED284-AF43-3402-2C73-6A40530DF22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780037" y="5809004"/>
            <a:ext cx="711200" cy="5429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R 192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G 0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B 0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AC8A61BD-1683-1087-DF84-99647FC3B5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780037" y="3946381"/>
            <a:ext cx="711200" cy="5429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R 0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G 176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B 240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842A23D-162E-375C-20D4-66FB8901CD22}"/>
              </a:ext>
            </a:extLst>
          </p:cNvPr>
          <p:cNvSpPr txBox="1"/>
          <p:nvPr userDrawn="1"/>
        </p:nvSpPr>
        <p:spPr>
          <a:xfrm>
            <a:off x="-932250" y="3521369"/>
            <a:ext cx="9638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u="sng">
                <a:solidFill>
                  <a:schemeClr val="bg1"/>
                </a:solidFill>
                <a:latin typeface="+mn-lt"/>
              </a:rPr>
              <a:t>Faróis indicadores</a:t>
            </a:r>
          </a:p>
        </p:txBody>
      </p:sp>
    </p:spTree>
    <p:extLst>
      <p:ext uri="{BB962C8B-B14F-4D97-AF65-F5344CB8AC3E}">
        <p14:creationId xmlns:p14="http://schemas.microsoft.com/office/powerpoint/2010/main" val="1826161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31" r:id="rId2"/>
    <p:sldLayoutId id="2147483719" r:id="rId3"/>
    <p:sldLayoutId id="2147483720" r:id="rId4"/>
    <p:sldLayoutId id="2147483732" r:id="rId5"/>
    <p:sldLayoutId id="2147483721" r:id="rId6"/>
    <p:sldLayoutId id="2147483722" r:id="rId7"/>
    <p:sldLayoutId id="2147483705" r:id="rId8"/>
    <p:sldLayoutId id="2147483730" r:id="rId9"/>
    <p:sldLayoutId id="2147483727" r:id="rId10"/>
    <p:sldLayoutId id="2147483729" r:id="rId11"/>
    <p:sldLayoutId id="2147483695" r:id="rId12"/>
    <p:sldLayoutId id="2147483733" r:id="rId13"/>
    <p:sldLayoutId id="2147483724" r:id="rId14"/>
    <p:sldLayoutId id="2147483723" r:id="rId15"/>
    <p:sldLayoutId id="2147483696" r:id="rId16"/>
    <p:sldLayoutId id="2147483734" r:id="rId17"/>
    <p:sldLayoutId id="2147483697" r:id="rId18"/>
    <p:sldLayoutId id="2147483699" r:id="rId19"/>
    <p:sldLayoutId id="2147483735" r:id="rId20"/>
    <p:sldLayoutId id="2147483710" r:id="rId21"/>
    <p:sldLayoutId id="2147483736" r:id="rId22"/>
    <p:sldLayoutId id="2147483713" r:id="rId23"/>
    <p:sldLayoutId id="2147483737" r:id="rId24"/>
    <p:sldLayoutId id="2147483714" r:id="rId25"/>
    <p:sldLayoutId id="2147483755" r:id="rId26"/>
    <p:sldLayoutId id="2147483753" r:id="rId27"/>
    <p:sldLayoutId id="2147483738" r:id="rId28"/>
    <p:sldLayoutId id="2147483756" r:id="rId29"/>
    <p:sldLayoutId id="2147483754" r:id="rId30"/>
    <p:sldLayoutId id="2147483715" r:id="rId31"/>
    <p:sldLayoutId id="2147483739" r:id="rId32"/>
    <p:sldLayoutId id="2147483703" r:id="rId33"/>
    <p:sldLayoutId id="2147483740" r:id="rId34"/>
    <p:sldLayoutId id="2147483708" r:id="rId35"/>
    <p:sldLayoutId id="2147483741" r:id="rId36"/>
    <p:sldLayoutId id="2147483683" r:id="rId37"/>
    <p:sldLayoutId id="2147483742" r:id="rId38"/>
    <p:sldLayoutId id="2147483702" r:id="rId39"/>
    <p:sldLayoutId id="2147483743" r:id="rId40"/>
    <p:sldLayoutId id="2147483701" r:id="rId41"/>
    <p:sldLayoutId id="2147483744" r:id="rId42"/>
    <p:sldLayoutId id="2147483711" r:id="rId43"/>
    <p:sldLayoutId id="2147483745" r:id="rId44"/>
    <p:sldLayoutId id="2147483684" r:id="rId45"/>
    <p:sldLayoutId id="2147483746" r:id="rId46"/>
    <p:sldLayoutId id="2147483716" r:id="rId47"/>
    <p:sldLayoutId id="2147483747" r:id="rId48"/>
    <p:sldLayoutId id="2147483688" r:id="rId49"/>
    <p:sldLayoutId id="2147483725" r:id="rId50"/>
    <p:sldLayoutId id="2147483685" r:id="rId51"/>
    <p:sldLayoutId id="2147483726" r:id="rId52"/>
    <p:sldLayoutId id="2147483677" r:id="rId53"/>
    <p:sldLayoutId id="2147483748" r:id="rId54"/>
    <p:sldLayoutId id="2147483678" r:id="rId55"/>
    <p:sldLayoutId id="2147483749" r:id="rId56"/>
    <p:sldLayoutId id="2147483750" r:id="rId57"/>
    <p:sldLayoutId id="2147483712" r:id="rId58"/>
    <p:sldLayoutId id="2147483751" r:id="rId59"/>
    <p:sldLayoutId id="2147483717" r:id="rId60"/>
    <p:sldLayoutId id="2147483752" r:id="rId61"/>
    <p:sldLayoutId id="2147483718" r:id="rId62"/>
    <p:sldLayoutId id="2147483676" r:id="rId6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2000"/>
        </a:spcBef>
        <a:spcAft>
          <a:spcPts val="500"/>
        </a:spcAft>
        <a:buFont typeface="Arial" panose="020B0604020202020204" pitchFamily="34" charset="0"/>
        <a:buNone/>
        <a:defRPr sz="17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936000" indent="288000" algn="l" defTabSz="9144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lang="pt-BR" sz="1600" kern="1200" dirty="0">
          <a:solidFill>
            <a:schemeClr val="tx2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576" userDrawn="1">
          <p15:clr>
            <a:srgbClr val="F26B43"/>
          </p15:clr>
        </p15:guide>
        <p15:guide id="4" pos="988" userDrawn="1">
          <p15:clr>
            <a:srgbClr val="F26B43"/>
          </p15:clr>
        </p15:guide>
        <p15:guide id="5" pos="1141" userDrawn="1">
          <p15:clr>
            <a:srgbClr val="F26B43"/>
          </p15:clr>
        </p15:guide>
        <p15:guide id="6" pos="1544" userDrawn="1">
          <p15:clr>
            <a:srgbClr val="F26B43"/>
          </p15:clr>
        </p15:guide>
        <p15:guide id="7" pos="1688" userDrawn="1">
          <p15:clr>
            <a:srgbClr val="F26B43"/>
          </p15:clr>
        </p15:guide>
        <p15:guide id="8" pos="2100" userDrawn="1">
          <p15:clr>
            <a:srgbClr val="F26B43"/>
          </p15:clr>
        </p15:guide>
        <p15:guide id="9" pos="2244" userDrawn="1">
          <p15:clr>
            <a:srgbClr val="F26B43"/>
          </p15:clr>
        </p15:guide>
        <p15:guide id="10" pos="2656" userDrawn="1">
          <p15:clr>
            <a:srgbClr val="F26B43"/>
          </p15:clr>
        </p15:guide>
        <p15:guide id="11" pos="2800" userDrawn="1">
          <p15:clr>
            <a:srgbClr val="F26B43"/>
          </p15:clr>
        </p15:guide>
        <p15:guide id="12" pos="3212" userDrawn="1">
          <p15:clr>
            <a:srgbClr val="F26B43"/>
          </p15:clr>
        </p15:guide>
        <p15:guide id="13" pos="3356" userDrawn="1">
          <p15:clr>
            <a:srgbClr val="F26B43"/>
          </p15:clr>
        </p15:guide>
        <p15:guide id="14" pos="3768" userDrawn="1">
          <p15:clr>
            <a:srgbClr val="F26B43"/>
          </p15:clr>
        </p15:guide>
        <p15:guide id="15" pos="3912" userDrawn="1">
          <p15:clr>
            <a:srgbClr val="F26B43"/>
          </p15:clr>
        </p15:guide>
        <p15:guide id="16" pos="4324" userDrawn="1">
          <p15:clr>
            <a:srgbClr val="F26B43"/>
          </p15:clr>
        </p15:guide>
        <p15:guide id="17" pos="4468" userDrawn="1">
          <p15:clr>
            <a:srgbClr val="F26B43"/>
          </p15:clr>
        </p15:guide>
        <p15:guide id="18" pos="4880" userDrawn="1">
          <p15:clr>
            <a:srgbClr val="F26B43"/>
          </p15:clr>
        </p15:guide>
        <p15:guide id="19" pos="5024" userDrawn="1">
          <p15:clr>
            <a:srgbClr val="F26B43"/>
          </p15:clr>
        </p15:guide>
        <p15:guide id="20" pos="5436" userDrawn="1">
          <p15:clr>
            <a:srgbClr val="F26B43"/>
          </p15:clr>
        </p15:guide>
        <p15:guide id="21" pos="5580" userDrawn="1">
          <p15:clr>
            <a:srgbClr val="F26B43"/>
          </p15:clr>
        </p15:guide>
        <p15:guide id="22" pos="5992" userDrawn="1">
          <p15:clr>
            <a:srgbClr val="F26B43"/>
          </p15:clr>
        </p15:guide>
        <p15:guide id="23" pos="6136" userDrawn="1">
          <p15:clr>
            <a:srgbClr val="F26B43"/>
          </p15:clr>
        </p15:guide>
        <p15:guide id="24" pos="6548" userDrawn="1">
          <p15:clr>
            <a:srgbClr val="F26B43"/>
          </p15:clr>
        </p15:guide>
        <p15:guide id="25" pos="6692" userDrawn="1">
          <p15:clr>
            <a:srgbClr val="F26B43"/>
          </p15:clr>
        </p15:guide>
        <p15:guide id="26" pos="7104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403" userDrawn="1">
          <p15:clr>
            <a:srgbClr val="F26B43"/>
          </p15:clr>
        </p15:guide>
        <p15:guide id="30" orient="horz" pos="716" userDrawn="1">
          <p15:clr>
            <a:srgbClr val="F26B43"/>
          </p15:clr>
        </p15:guide>
        <p15:guide id="31" orient="horz" pos="860" userDrawn="1">
          <p15:clr>
            <a:srgbClr val="F26B43"/>
          </p15:clr>
        </p15:guide>
        <p15:guide id="32" orient="horz" pos="1173" userDrawn="1">
          <p15:clr>
            <a:srgbClr val="F26B43"/>
          </p15:clr>
        </p15:guide>
        <p15:guide id="33" orient="horz" pos="1317" userDrawn="1">
          <p15:clr>
            <a:srgbClr val="F26B43"/>
          </p15:clr>
        </p15:guide>
        <p15:guide id="34" orient="horz" pos="1630" userDrawn="1">
          <p15:clr>
            <a:srgbClr val="F26B43"/>
          </p15:clr>
        </p15:guide>
        <p15:guide id="35" orient="horz" pos="1774" userDrawn="1">
          <p15:clr>
            <a:srgbClr val="F26B43"/>
          </p15:clr>
        </p15:guide>
        <p15:guide id="36" orient="horz" pos="2088" userDrawn="1">
          <p15:clr>
            <a:srgbClr val="F26B43"/>
          </p15:clr>
        </p15:guide>
        <p15:guide id="37" orient="horz" pos="2232" userDrawn="1">
          <p15:clr>
            <a:srgbClr val="F26B43"/>
          </p15:clr>
        </p15:guide>
        <p15:guide id="38" orient="horz" pos="2545" userDrawn="1">
          <p15:clr>
            <a:srgbClr val="F26B43"/>
          </p15:clr>
        </p15:guide>
        <p15:guide id="39" orient="horz" pos="2689" userDrawn="1">
          <p15:clr>
            <a:srgbClr val="F26B43"/>
          </p15:clr>
        </p15:guide>
        <p15:guide id="40" orient="horz" pos="3002" userDrawn="1">
          <p15:clr>
            <a:srgbClr val="F26B43"/>
          </p15:clr>
        </p15:guide>
        <p15:guide id="41" orient="horz" pos="3146" userDrawn="1">
          <p15:clr>
            <a:srgbClr val="F26B43"/>
          </p15:clr>
        </p15:guide>
        <p15:guide id="42" orient="horz" pos="3459" userDrawn="1">
          <p15:clr>
            <a:srgbClr val="F26B43"/>
          </p15:clr>
        </p15:guide>
        <p15:guide id="43" orient="horz" pos="3603" userDrawn="1">
          <p15:clr>
            <a:srgbClr val="F26B43"/>
          </p15:clr>
        </p15:guide>
        <p15:guide id="44" orient="horz" pos="39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8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8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2D5EB-C039-C9A9-92EE-A7BC22CC3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562" y="2351315"/>
            <a:ext cx="6832600" cy="1778566"/>
          </a:xfrm>
        </p:spPr>
        <p:txBody>
          <a:bodyPr>
            <a:noAutofit/>
          </a:bodyPr>
          <a:lstStyle/>
          <a:p>
            <a:r>
              <a:rPr lang="es-ES" sz="4000" dirty="0"/>
              <a:t>Reclutamiento y Selección de Personal </a:t>
            </a:r>
            <a:endParaRPr lang="es-GT" sz="400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327469-3FAC-E274-44FE-A9C387C352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4562" y="4129880"/>
            <a:ext cx="6832600" cy="447675"/>
          </a:xfrm>
        </p:spPr>
        <p:txBody>
          <a:bodyPr/>
          <a:lstStyle/>
          <a:p>
            <a:r>
              <a:rPr lang="es-GT" dirty="0"/>
              <a:t>Julio 2026</a:t>
            </a:r>
          </a:p>
        </p:txBody>
      </p:sp>
    </p:spTree>
    <p:extLst>
      <p:ext uri="{BB962C8B-B14F-4D97-AF65-F5344CB8AC3E}">
        <p14:creationId xmlns:p14="http://schemas.microsoft.com/office/powerpoint/2010/main" val="75162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Diagrama 26">
            <a:extLst>
              <a:ext uri="{FF2B5EF4-FFF2-40B4-BE49-F238E27FC236}">
                <a16:creationId xmlns:a16="http://schemas.microsoft.com/office/drawing/2014/main" id="{AACFFF8F-FF48-3EC6-5C0D-72D8809F9D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3668887"/>
              </p:ext>
            </p:extLst>
          </p:nvPr>
        </p:nvGraphicFramePr>
        <p:xfrm>
          <a:off x="360945" y="410579"/>
          <a:ext cx="11470105" cy="43462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Título 20">
            <a:extLst>
              <a:ext uri="{FF2B5EF4-FFF2-40B4-BE49-F238E27FC236}">
                <a16:creationId xmlns:a16="http://schemas.microsoft.com/office/drawing/2014/main" id="{A0FB153E-E672-12A0-C4A7-987F1D4B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0" y="186741"/>
            <a:ext cx="5067325" cy="447676"/>
          </a:xfrm>
        </p:spPr>
        <p:txBody>
          <a:bodyPr/>
          <a:lstStyle/>
          <a:p>
            <a:r>
              <a:rPr lang="es-ES" dirty="0"/>
              <a:t>Procedimiento I</a:t>
            </a:r>
            <a:endParaRPr lang="es-GT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5D528D39-5EC0-AFE4-2F3F-97CA14B90A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0248328"/>
              </p:ext>
            </p:extLst>
          </p:nvPr>
        </p:nvGraphicFramePr>
        <p:xfrm>
          <a:off x="360946" y="4800601"/>
          <a:ext cx="11470105" cy="1870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98873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5E1C8-F3A6-FDF2-9E12-9972495C6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Diagrama 26">
            <a:extLst>
              <a:ext uri="{FF2B5EF4-FFF2-40B4-BE49-F238E27FC236}">
                <a16:creationId xmlns:a16="http://schemas.microsoft.com/office/drawing/2014/main" id="{8A808F97-C03B-8755-E0BC-E68BF2F4B4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6941517"/>
              </p:ext>
            </p:extLst>
          </p:nvPr>
        </p:nvGraphicFramePr>
        <p:xfrm>
          <a:off x="192505" y="709710"/>
          <a:ext cx="11470105" cy="3875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Título 20">
            <a:extLst>
              <a:ext uri="{FF2B5EF4-FFF2-40B4-BE49-F238E27FC236}">
                <a16:creationId xmlns:a16="http://schemas.microsoft.com/office/drawing/2014/main" id="{8574FD37-5620-F78B-D11C-A35219D17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262034"/>
            <a:ext cx="5067325" cy="447676"/>
          </a:xfrm>
        </p:spPr>
        <p:txBody>
          <a:bodyPr/>
          <a:lstStyle/>
          <a:p>
            <a:r>
              <a:rPr lang="es-ES" dirty="0"/>
              <a:t>Procedimiento II </a:t>
            </a:r>
            <a:endParaRPr lang="es-GT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71E10101-A91A-FDA0-B8AE-F7D601D6CC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820449"/>
              </p:ext>
            </p:extLst>
          </p:nvPr>
        </p:nvGraphicFramePr>
        <p:xfrm>
          <a:off x="192504" y="4700362"/>
          <a:ext cx="11470105" cy="1895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916388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D0D64-5AA4-11B8-9E27-FB2A4878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C47B5-81EE-E201-670A-CA78EC65C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sz="4800" dirty="0"/>
              <a:t>Contratación e Inducción 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BB0EA2-8A5A-F4D9-A8F3-2832AEBA89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GT" dirty="0"/>
              <a:t>Julio 2026</a:t>
            </a:r>
          </a:p>
        </p:txBody>
      </p:sp>
    </p:spTree>
    <p:extLst>
      <p:ext uri="{BB962C8B-B14F-4D97-AF65-F5344CB8AC3E}">
        <p14:creationId xmlns:p14="http://schemas.microsoft.com/office/powerpoint/2010/main" val="3494565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63CD46B-4A07-9F52-2D7C-19BF9072C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683" y="628473"/>
            <a:ext cx="7160897" cy="476190"/>
          </a:xfrm>
        </p:spPr>
        <p:txBody>
          <a:bodyPr/>
          <a:lstStyle/>
          <a:p>
            <a:r>
              <a:rPr lang="es-GT" dirty="0"/>
              <a:t>Diagrama Inducción de Personal </a:t>
            </a:r>
          </a:p>
        </p:txBody>
      </p:sp>
      <p:sp>
        <p:nvSpPr>
          <p:cNvPr id="9" name="Rectangle 28">
            <a:extLst>
              <a:ext uri="{FF2B5EF4-FFF2-40B4-BE49-F238E27FC236}">
                <a16:creationId xmlns:a16="http://schemas.microsoft.com/office/drawing/2014/main" id="{588A5B75-BF2F-F267-C39B-C69E51CD3FBD}"/>
              </a:ext>
            </a:extLst>
          </p:cNvPr>
          <p:cNvSpPr/>
          <p:nvPr/>
        </p:nvSpPr>
        <p:spPr bwMode="gray">
          <a:xfrm>
            <a:off x="647584" y="2542972"/>
            <a:ext cx="1480757" cy="3883417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0" name="Group 29">
            <a:extLst>
              <a:ext uri="{FF2B5EF4-FFF2-40B4-BE49-F238E27FC236}">
                <a16:creationId xmlns:a16="http://schemas.microsoft.com/office/drawing/2014/main" id="{D10D3808-8BCC-7C49-265B-2E888D4D6083}"/>
              </a:ext>
            </a:extLst>
          </p:cNvPr>
          <p:cNvGrpSpPr/>
          <p:nvPr/>
        </p:nvGrpSpPr>
        <p:grpSpPr>
          <a:xfrm>
            <a:off x="517683" y="1508769"/>
            <a:ext cx="1703073" cy="4917620"/>
            <a:chOff x="1803653" y="1995975"/>
            <a:chExt cx="1703073" cy="4917620"/>
          </a:xfrm>
        </p:grpSpPr>
        <p:sp>
          <p:nvSpPr>
            <p:cNvPr id="11" name="Rectangle 30">
              <a:extLst>
                <a:ext uri="{FF2B5EF4-FFF2-40B4-BE49-F238E27FC236}">
                  <a16:creationId xmlns:a16="http://schemas.microsoft.com/office/drawing/2014/main" id="{028BB8A5-DC5B-FF14-B743-A4E3F01C0723}"/>
                </a:ext>
              </a:extLst>
            </p:cNvPr>
            <p:cNvSpPr/>
            <p:nvPr/>
          </p:nvSpPr>
          <p:spPr>
            <a:xfrm>
              <a:off x="1982548" y="3640968"/>
              <a:ext cx="1480757" cy="31085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Programación de Inducción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200" b="1" kern="1200" dirty="0">
                <a:solidFill>
                  <a:prstClr val="white"/>
                </a:solidFill>
                <a:latin typeface="+mn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200" kern="1200" dirty="0">
                <a:solidFill>
                  <a:prstClr val="white"/>
                </a:solidFill>
                <a:latin typeface="+mn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200" kern="1200" dirty="0">
                  <a:solidFill>
                    <a:prstClr val="white"/>
                  </a:solidFill>
                  <a:latin typeface="+mn-lt"/>
                  <a:ea typeface="+mn-ea"/>
                  <a:cs typeface="+mn-cs"/>
                </a:rPr>
                <a:t>Requisición de herramientas, equipo, transporte, alimentación.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200" kern="1200" dirty="0">
                  <a:solidFill>
                    <a:prstClr val="white"/>
                  </a:solidFill>
                  <a:latin typeface="+mn-lt"/>
                  <a:ea typeface="+mn-ea"/>
                  <a:cs typeface="+mn-cs"/>
                </a:rPr>
                <a:t>Áreas involucradas: SSMA, Ambiente, Social, Seguridad Patrimonial, Nomina 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kern="1200" dirty="0">
                  <a:solidFill>
                    <a:prstClr val="white"/>
                  </a:solidFill>
                  <a:latin typeface="+mn-lt"/>
                  <a:ea typeface="+mn-ea"/>
                  <a:cs typeface="+mn-cs"/>
                </a:rPr>
                <a:t>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Oval 31">
              <a:extLst>
                <a:ext uri="{FF2B5EF4-FFF2-40B4-BE49-F238E27FC236}">
                  <a16:creationId xmlns:a16="http://schemas.microsoft.com/office/drawing/2014/main" id="{B046B888-23C1-D290-13DE-79D19FD88A62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Oval 37">
              <a:extLst>
                <a:ext uri="{FF2B5EF4-FFF2-40B4-BE49-F238E27FC236}">
                  <a16:creationId xmlns:a16="http://schemas.microsoft.com/office/drawing/2014/main" id="{ACEB588B-2BB9-620B-543B-F4C2D92878FE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Freeform 542">
              <a:extLst>
                <a:ext uri="{FF2B5EF4-FFF2-40B4-BE49-F238E27FC236}">
                  <a16:creationId xmlns:a16="http://schemas.microsoft.com/office/drawing/2014/main" id="{A74F5940-99C0-CD64-7AB0-DCE2B2A3A2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4153" y="2459432"/>
              <a:ext cx="482072" cy="772637"/>
            </a:xfrm>
            <a:custGeom>
              <a:avLst/>
              <a:gdLst>
                <a:gd name="T0" fmla="*/ 99 w 199"/>
                <a:gd name="T1" fmla="*/ 0 h 320"/>
                <a:gd name="T2" fmla="*/ 99 w 199"/>
                <a:gd name="T3" fmla="*/ 0 h 320"/>
                <a:gd name="T4" fmla="*/ 99 w 199"/>
                <a:gd name="T5" fmla="*/ 0 h 320"/>
                <a:gd name="T6" fmla="*/ 99 w 199"/>
                <a:gd name="T7" fmla="*/ 0 h 320"/>
                <a:gd name="T8" fmla="*/ 98 w 199"/>
                <a:gd name="T9" fmla="*/ 0 h 320"/>
                <a:gd name="T10" fmla="*/ 0 w 199"/>
                <a:gd name="T11" fmla="*/ 95 h 320"/>
                <a:gd name="T12" fmla="*/ 19 w 199"/>
                <a:gd name="T13" fmla="*/ 158 h 320"/>
                <a:gd name="T14" fmla="*/ 45 w 199"/>
                <a:gd name="T15" fmla="*/ 213 h 320"/>
                <a:gd name="T16" fmla="*/ 45 w 199"/>
                <a:gd name="T17" fmla="*/ 245 h 320"/>
                <a:gd name="T18" fmla="*/ 46 w 199"/>
                <a:gd name="T19" fmla="*/ 246 h 320"/>
                <a:gd name="T20" fmla="*/ 45 w 199"/>
                <a:gd name="T21" fmla="*/ 247 h 320"/>
                <a:gd name="T22" fmla="*/ 56 w 199"/>
                <a:gd name="T23" fmla="*/ 311 h 320"/>
                <a:gd name="T24" fmla="*/ 67 w 199"/>
                <a:gd name="T25" fmla="*/ 320 h 320"/>
                <a:gd name="T26" fmla="*/ 131 w 199"/>
                <a:gd name="T27" fmla="*/ 320 h 320"/>
                <a:gd name="T28" fmla="*/ 141 w 199"/>
                <a:gd name="T29" fmla="*/ 311 h 320"/>
                <a:gd name="T30" fmla="*/ 152 w 199"/>
                <a:gd name="T31" fmla="*/ 247 h 320"/>
                <a:gd name="T32" fmla="*/ 152 w 199"/>
                <a:gd name="T33" fmla="*/ 246 h 320"/>
                <a:gd name="T34" fmla="*/ 152 w 199"/>
                <a:gd name="T35" fmla="*/ 245 h 320"/>
                <a:gd name="T36" fmla="*/ 152 w 199"/>
                <a:gd name="T37" fmla="*/ 213 h 320"/>
                <a:gd name="T38" fmla="*/ 179 w 199"/>
                <a:gd name="T39" fmla="*/ 158 h 320"/>
                <a:gd name="T40" fmla="*/ 199 w 199"/>
                <a:gd name="T41" fmla="*/ 95 h 320"/>
                <a:gd name="T42" fmla="*/ 99 w 199"/>
                <a:gd name="T43" fmla="*/ 0 h 320"/>
                <a:gd name="T44" fmla="*/ 122 w 199"/>
                <a:gd name="T45" fmla="*/ 298 h 320"/>
                <a:gd name="T46" fmla="*/ 76 w 199"/>
                <a:gd name="T47" fmla="*/ 298 h 320"/>
                <a:gd name="T48" fmla="*/ 69 w 199"/>
                <a:gd name="T49" fmla="*/ 256 h 320"/>
                <a:gd name="T50" fmla="*/ 129 w 199"/>
                <a:gd name="T51" fmla="*/ 256 h 320"/>
                <a:gd name="T52" fmla="*/ 122 w 199"/>
                <a:gd name="T53" fmla="*/ 298 h 320"/>
                <a:gd name="T54" fmla="*/ 161 w 199"/>
                <a:gd name="T55" fmla="*/ 147 h 320"/>
                <a:gd name="T56" fmla="*/ 131 w 199"/>
                <a:gd name="T57" fmla="*/ 213 h 320"/>
                <a:gd name="T58" fmla="*/ 131 w 199"/>
                <a:gd name="T59" fmla="*/ 234 h 320"/>
                <a:gd name="T60" fmla="*/ 109 w 199"/>
                <a:gd name="T61" fmla="*/ 234 h 320"/>
                <a:gd name="T62" fmla="*/ 109 w 199"/>
                <a:gd name="T63" fmla="*/ 153 h 320"/>
                <a:gd name="T64" fmla="*/ 128 w 199"/>
                <a:gd name="T65" fmla="*/ 135 h 320"/>
                <a:gd name="T66" fmla="*/ 128 w 199"/>
                <a:gd name="T67" fmla="*/ 120 h 320"/>
                <a:gd name="T68" fmla="*/ 112 w 199"/>
                <a:gd name="T69" fmla="*/ 120 h 320"/>
                <a:gd name="T70" fmla="*/ 99 w 199"/>
                <a:gd name="T71" fmla="*/ 134 h 320"/>
                <a:gd name="T72" fmla="*/ 85 w 199"/>
                <a:gd name="T73" fmla="*/ 120 h 320"/>
                <a:gd name="T74" fmla="*/ 70 w 199"/>
                <a:gd name="T75" fmla="*/ 120 h 320"/>
                <a:gd name="T76" fmla="*/ 70 w 199"/>
                <a:gd name="T77" fmla="*/ 135 h 320"/>
                <a:gd name="T78" fmla="*/ 88 w 199"/>
                <a:gd name="T79" fmla="*/ 153 h 320"/>
                <a:gd name="T80" fmla="*/ 88 w 199"/>
                <a:gd name="T81" fmla="*/ 234 h 320"/>
                <a:gd name="T82" fmla="*/ 67 w 199"/>
                <a:gd name="T83" fmla="*/ 234 h 320"/>
                <a:gd name="T84" fmla="*/ 67 w 199"/>
                <a:gd name="T85" fmla="*/ 213 h 320"/>
                <a:gd name="T86" fmla="*/ 37 w 199"/>
                <a:gd name="T87" fmla="*/ 146 h 320"/>
                <a:gd name="T88" fmla="*/ 21 w 199"/>
                <a:gd name="T89" fmla="*/ 95 h 320"/>
                <a:gd name="T90" fmla="*/ 99 w 199"/>
                <a:gd name="T91" fmla="*/ 21 h 320"/>
                <a:gd name="T92" fmla="*/ 177 w 199"/>
                <a:gd name="T93" fmla="*/ 95 h 320"/>
                <a:gd name="T94" fmla="*/ 161 w 199"/>
                <a:gd name="T95" fmla="*/ 147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9" h="320">
                  <a:moveTo>
                    <a:pt x="99" y="0"/>
                  </a:move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8" y="0"/>
                  </a:cubicBezTo>
                  <a:cubicBezTo>
                    <a:pt x="45" y="0"/>
                    <a:pt x="0" y="44"/>
                    <a:pt x="0" y="95"/>
                  </a:cubicBezTo>
                  <a:cubicBezTo>
                    <a:pt x="0" y="129"/>
                    <a:pt x="18" y="157"/>
                    <a:pt x="19" y="158"/>
                  </a:cubicBezTo>
                  <a:cubicBezTo>
                    <a:pt x="32" y="179"/>
                    <a:pt x="45" y="206"/>
                    <a:pt x="45" y="213"/>
                  </a:cubicBezTo>
                  <a:cubicBezTo>
                    <a:pt x="45" y="245"/>
                    <a:pt x="45" y="245"/>
                    <a:pt x="45" y="245"/>
                  </a:cubicBezTo>
                  <a:cubicBezTo>
                    <a:pt x="45" y="245"/>
                    <a:pt x="45" y="246"/>
                    <a:pt x="46" y="246"/>
                  </a:cubicBezTo>
                  <a:cubicBezTo>
                    <a:pt x="46" y="246"/>
                    <a:pt x="45" y="246"/>
                    <a:pt x="45" y="247"/>
                  </a:cubicBezTo>
                  <a:cubicBezTo>
                    <a:pt x="56" y="311"/>
                    <a:pt x="56" y="311"/>
                    <a:pt x="56" y="311"/>
                  </a:cubicBezTo>
                  <a:cubicBezTo>
                    <a:pt x="57" y="316"/>
                    <a:pt x="61" y="320"/>
                    <a:pt x="67" y="320"/>
                  </a:cubicBezTo>
                  <a:cubicBezTo>
                    <a:pt x="131" y="320"/>
                    <a:pt x="131" y="320"/>
                    <a:pt x="131" y="320"/>
                  </a:cubicBezTo>
                  <a:cubicBezTo>
                    <a:pt x="136" y="320"/>
                    <a:pt x="140" y="316"/>
                    <a:pt x="141" y="311"/>
                  </a:cubicBezTo>
                  <a:cubicBezTo>
                    <a:pt x="152" y="247"/>
                    <a:pt x="152" y="247"/>
                    <a:pt x="152" y="247"/>
                  </a:cubicBezTo>
                  <a:cubicBezTo>
                    <a:pt x="152" y="246"/>
                    <a:pt x="152" y="246"/>
                    <a:pt x="152" y="246"/>
                  </a:cubicBezTo>
                  <a:cubicBezTo>
                    <a:pt x="152" y="246"/>
                    <a:pt x="152" y="245"/>
                    <a:pt x="152" y="245"/>
                  </a:cubicBezTo>
                  <a:cubicBezTo>
                    <a:pt x="152" y="213"/>
                    <a:pt x="152" y="213"/>
                    <a:pt x="152" y="213"/>
                  </a:cubicBezTo>
                  <a:cubicBezTo>
                    <a:pt x="152" y="206"/>
                    <a:pt x="166" y="179"/>
                    <a:pt x="179" y="158"/>
                  </a:cubicBezTo>
                  <a:cubicBezTo>
                    <a:pt x="180" y="157"/>
                    <a:pt x="199" y="129"/>
                    <a:pt x="199" y="95"/>
                  </a:cubicBezTo>
                  <a:cubicBezTo>
                    <a:pt x="199" y="44"/>
                    <a:pt x="153" y="0"/>
                    <a:pt x="99" y="0"/>
                  </a:cubicBezTo>
                  <a:close/>
                  <a:moveTo>
                    <a:pt x="122" y="298"/>
                  </a:moveTo>
                  <a:cubicBezTo>
                    <a:pt x="76" y="298"/>
                    <a:pt x="76" y="298"/>
                    <a:pt x="76" y="298"/>
                  </a:cubicBezTo>
                  <a:cubicBezTo>
                    <a:pt x="69" y="256"/>
                    <a:pt x="69" y="256"/>
                    <a:pt x="69" y="256"/>
                  </a:cubicBezTo>
                  <a:cubicBezTo>
                    <a:pt x="129" y="256"/>
                    <a:pt x="129" y="256"/>
                    <a:pt x="129" y="256"/>
                  </a:cubicBezTo>
                  <a:lnTo>
                    <a:pt x="122" y="298"/>
                  </a:lnTo>
                  <a:close/>
                  <a:moveTo>
                    <a:pt x="161" y="147"/>
                  </a:moveTo>
                  <a:cubicBezTo>
                    <a:pt x="154" y="158"/>
                    <a:pt x="131" y="196"/>
                    <a:pt x="131" y="213"/>
                  </a:cubicBezTo>
                  <a:cubicBezTo>
                    <a:pt x="131" y="234"/>
                    <a:pt x="131" y="234"/>
                    <a:pt x="131" y="234"/>
                  </a:cubicBezTo>
                  <a:cubicBezTo>
                    <a:pt x="109" y="234"/>
                    <a:pt x="109" y="234"/>
                    <a:pt x="109" y="234"/>
                  </a:cubicBezTo>
                  <a:cubicBezTo>
                    <a:pt x="109" y="153"/>
                    <a:pt x="109" y="153"/>
                    <a:pt x="109" y="153"/>
                  </a:cubicBezTo>
                  <a:cubicBezTo>
                    <a:pt x="128" y="135"/>
                    <a:pt x="128" y="135"/>
                    <a:pt x="128" y="135"/>
                  </a:cubicBezTo>
                  <a:cubicBezTo>
                    <a:pt x="132" y="131"/>
                    <a:pt x="132" y="124"/>
                    <a:pt x="128" y="120"/>
                  </a:cubicBezTo>
                  <a:cubicBezTo>
                    <a:pt x="123" y="116"/>
                    <a:pt x="117" y="116"/>
                    <a:pt x="112" y="120"/>
                  </a:cubicBezTo>
                  <a:cubicBezTo>
                    <a:pt x="99" y="134"/>
                    <a:pt x="99" y="134"/>
                    <a:pt x="99" y="134"/>
                  </a:cubicBezTo>
                  <a:cubicBezTo>
                    <a:pt x="85" y="120"/>
                    <a:pt x="85" y="120"/>
                    <a:pt x="85" y="120"/>
                  </a:cubicBezTo>
                  <a:cubicBezTo>
                    <a:pt x="81" y="116"/>
                    <a:pt x="74" y="116"/>
                    <a:pt x="70" y="120"/>
                  </a:cubicBezTo>
                  <a:cubicBezTo>
                    <a:pt x="66" y="124"/>
                    <a:pt x="66" y="131"/>
                    <a:pt x="70" y="135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234"/>
                    <a:pt x="88" y="234"/>
                    <a:pt x="88" y="234"/>
                  </a:cubicBezTo>
                  <a:cubicBezTo>
                    <a:pt x="67" y="234"/>
                    <a:pt x="67" y="234"/>
                    <a:pt x="67" y="234"/>
                  </a:cubicBezTo>
                  <a:cubicBezTo>
                    <a:pt x="67" y="213"/>
                    <a:pt x="67" y="213"/>
                    <a:pt x="67" y="213"/>
                  </a:cubicBezTo>
                  <a:cubicBezTo>
                    <a:pt x="67" y="196"/>
                    <a:pt x="44" y="158"/>
                    <a:pt x="37" y="146"/>
                  </a:cubicBezTo>
                  <a:cubicBezTo>
                    <a:pt x="37" y="146"/>
                    <a:pt x="21" y="123"/>
                    <a:pt x="21" y="95"/>
                  </a:cubicBezTo>
                  <a:cubicBezTo>
                    <a:pt x="21" y="55"/>
                    <a:pt x="57" y="21"/>
                    <a:pt x="99" y="21"/>
                  </a:cubicBezTo>
                  <a:cubicBezTo>
                    <a:pt x="141" y="21"/>
                    <a:pt x="177" y="55"/>
                    <a:pt x="177" y="95"/>
                  </a:cubicBezTo>
                  <a:cubicBezTo>
                    <a:pt x="177" y="122"/>
                    <a:pt x="161" y="146"/>
                    <a:pt x="161" y="1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48">
              <a:extLst>
                <a:ext uri="{FF2B5EF4-FFF2-40B4-BE49-F238E27FC236}">
                  <a16:creationId xmlns:a16="http://schemas.microsoft.com/office/drawing/2014/main" id="{FDE99170-D80F-9A3C-7EB2-82E6EDBA67A3}"/>
                </a:ext>
              </a:extLst>
            </p:cNvPr>
            <p:cNvSpPr/>
            <p:nvPr/>
          </p:nvSpPr>
          <p:spPr>
            <a:xfrm>
              <a:off x="1979761" y="6451930"/>
              <a:ext cx="148075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E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FreshService</a:t>
              </a:r>
              <a:r>
                <a:rPr kumimoji="0" lang="es-E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s-ES" sz="1200" kern="1200" dirty="0">
                  <a:solidFill>
                    <a:prstClr val="white"/>
                  </a:solidFill>
                  <a:latin typeface="+mn-lt"/>
                  <a:ea typeface="+mn-ea"/>
                  <a:cs typeface="+mn-cs"/>
                </a:rPr>
                <a:t>Outlook </a:t>
              </a:r>
              <a:endPara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6" name="Rectangle 49">
            <a:extLst>
              <a:ext uri="{FF2B5EF4-FFF2-40B4-BE49-F238E27FC236}">
                <a16:creationId xmlns:a16="http://schemas.microsoft.com/office/drawing/2014/main" id="{F5CBFDBD-DEAF-056F-2A0C-6C3962F5555B}"/>
              </a:ext>
            </a:extLst>
          </p:cNvPr>
          <p:cNvSpPr/>
          <p:nvPr/>
        </p:nvSpPr>
        <p:spPr bwMode="gray">
          <a:xfrm>
            <a:off x="2491393" y="2468958"/>
            <a:ext cx="1480757" cy="3957431"/>
          </a:xfrm>
          <a:prstGeom prst="rect">
            <a:avLst/>
          </a:prstGeom>
          <a:solidFill>
            <a:srgbClr val="00768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7" name="Group 52">
            <a:extLst>
              <a:ext uri="{FF2B5EF4-FFF2-40B4-BE49-F238E27FC236}">
                <a16:creationId xmlns:a16="http://schemas.microsoft.com/office/drawing/2014/main" id="{424D0D6B-A6EA-9C70-025D-435E1680749B}"/>
              </a:ext>
            </a:extLst>
          </p:cNvPr>
          <p:cNvGrpSpPr/>
          <p:nvPr/>
        </p:nvGrpSpPr>
        <p:grpSpPr>
          <a:xfrm>
            <a:off x="2380235" y="1565340"/>
            <a:ext cx="1703073" cy="4429159"/>
            <a:chOff x="1803653" y="1995975"/>
            <a:chExt cx="1703073" cy="4429159"/>
          </a:xfrm>
        </p:grpSpPr>
        <p:sp>
          <p:nvSpPr>
            <p:cNvPr id="18" name="Rectangle 53">
              <a:extLst>
                <a:ext uri="{FF2B5EF4-FFF2-40B4-BE49-F238E27FC236}">
                  <a16:creationId xmlns:a16="http://schemas.microsoft.com/office/drawing/2014/main" id="{56E02DFD-2FB9-6DBB-56A1-92489BDC12B0}"/>
                </a:ext>
              </a:extLst>
            </p:cNvPr>
            <p:cNvSpPr/>
            <p:nvPr/>
          </p:nvSpPr>
          <p:spPr>
            <a:xfrm>
              <a:off x="1851922" y="3844164"/>
              <a:ext cx="1620943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Documentación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200" kern="1200" dirty="0">
                <a:solidFill>
                  <a:prstClr val="white"/>
                </a:solidFill>
                <a:latin typeface="+mn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Contrato laboral, EPP, Acuerdos, Entrega de equipo y herramientas </a:t>
              </a:r>
            </a:p>
          </p:txBody>
        </p:sp>
        <p:sp>
          <p:nvSpPr>
            <p:cNvPr id="19" name="Oval 55">
              <a:extLst>
                <a:ext uri="{FF2B5EF4-FFF2-40B4-BE49-F238E27FC236}">
                  <a16:creationId xmlns:a16="http://schemas.microsoft.com/office/drawing/2014/main" id="{D78DA95B-77FD-1217-CF4C-09EF57CA4DB2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rgbClr val="007680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Oval 60">
              <a:extLst>
                <a:ext uri="{FF2B5EF4-FFF2-40B4-BE49-F238E27FC236}">
                  <a16:creationId xmlns:a16="http://schemas.microsoft.com/office/drawing/2014/main" id="{C5AD3CDC-DE4E-9CEB-4D0B-3668F40D1E2B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61">
              <a:extLst>
                <a:ext uri="{FF2B5EF4-FFF2-40B4-BE49-F238E27FC236}">
                  <a16:creationId xmlns:a16="http://schemas.microsoft.com/office/drawing/2014/main" id="{A542D31B-6945-AD4F-B76F-724F2D3E28D1}"/>
                </a:ext>
              </a:extLst>
            </p:cNvPr>
            <p:cNvSpPr/>
            <p:nvPr/>
          </p:nvSpPr>
          <p:spPr>
            <a:xfrm>
              <a:off x="1943161" y="5778803"/>
              <a:ext cx="148075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Documentos físicos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3" name="Rectangle 63">
            <a:extLst>
              <a:ext uri="{FF2B5EF4-FFF2-40B4-BE49-F238E27FC236}">
                <a16:creationId xmlns:a16="http://schemas.microsoft.com/office/drawing/2014/main" id="{51027F71-366B-EB64-0C37-D1906D1D2801}"/>
              </a:ext>
            </a:extLst>
          </p:cNvPr>
          <p:cNvSpPr/>
          <p:nvPr/>
        </p:nvSpPr>
        <p:spPr bwMode="gray">
          <a:xfrm>
            <a:off x="4349112" y="2468958"/>
            <a:ext cx="1480757" cy="3957431"/>
          </a:xfrm>
          <a:prstGeom prst="rect">
            <a:avLst/>
          </a:prstGeom>
          <a:solidFill>
            <a:schemeClr val="accent2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64">
            <a:extLst>
              <a:ext uri="{FF2B5EF4-FFF2-40B4-BE49-F238E27FC236}">
                <a16:creationId xmlns:a16="http://schemas.microsoft.com/office/drawing/2014/main" id="{6DD63CBC-8C53-48EC-4B7B-95915BA6711F}"/>
              </a:ext>
            </a:extLst>
          </p:cNvPr>
          <p:cNvGrpSpPr/>
          <p:nvPr/>
        </p:nvGrpSpPr>
        <p:grpSpPr>
          <a:xfrm>
            <a:off x="4237954" y="1565340"/>
            <a:ext cx="1703073" cy="4596741"/>
            <a:chOff x="1803653" y="1995975"/>
            <a:chExt cx="1703073" cy="4596741"/>
          </a:xfrm>
        </p:grpSpPr>
        <p:sp>
          <p:nvSpPr>
            <p:cNvPr id="25" name="Rectangle 65">
              <a:extLst>
                <a:ext uri="{FF2B5EF4-FFF2-40B4-BE49-F238E27FC236}">
                  <a16:creationId xmlns:a16="http://schemas.microsoft.com/office/drawing/2014/main" id="{94BA2F8F-7A5F-0522-0AC6-FDF1DA7F47A2}"/>
                </a:ext>
              </a:extLst>
            </p:cNvPr>
            <p:cNvSpPr/>
            <p:nvPr/>
          </p:nvSpPr>
          <p:spPr>
            <a:xfrm>
              <a:off x="1909978" y="3888733"/>
              <a:ext cx="1403141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Inducción General </a:t>
              </a:r>
              <a:r>
                <a:rPr lang="es-ES" b="1" kern="1200" dirty="0">
                  <a:solidFill>
                    <a:prstClr val="white"/>
                  </a:solidFill>
                  <a:latin typeface="+mn-lt"/>
                  <a:ea typeface="+mn-ea"/>
                  <a:cs typeface="+mn-cs"/>
                </a:rPr>
                <a:t>e Inducción al Puesto </a:t>
              </a:r>
              <a:endParaRPr kumimoji="0" lang="es-E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Oval 66">
              <a:extLst>
                <a:ext uri="{FF2B5EF4-FFF2-40B4-BE49-F238E27FC236}">
                  <a16:creationId xmlns:a16="http://schemas.microsoft.com/office/drawing/2014/main" id="{5E14EA5B-6B25-BB7C-AD8A-BF3D2F143D10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2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Oval 67">
              <a:extLst>
                <a:ext uri="{FF2B5EF4-FFF2-40B4-BE49-F238E27FC236}">
                  <a16:creationId xmlns:a16="http://schemas.microsoft.com/office/drawing/2014/main" id="{B60F51CA-9FE2-6BE3-715C-8B85EA8DC574}"/>
                </a:ext>
              </a:extLst>
            </p:cNvPr>
            <p:cNvSpPr/>
            <p:nvPr/>
          </p:nvSpPr>
          <p:spPr bwMode="gray">
            <a:xfrm>
              <a:off x="1995363" y="2167752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68">
              <a:extLst>
                <a:ext uri="{FF2B5EF4-FFF2-40B4-BE49-F238E27FC236}">
                  <a16:creationId xmlns:a16="http://schemas.microsoft.com/office/drawing/2014/main" id="{BB04260B-2CA9-7E4A-8515-C902644B9395}"/>
                </a:ext>
              </a:extLst>
            </p:cNvPr>
            <p:cNvSpPr/>
            <p:nvPr/>
          </p:nvSpPr>
          <p:spPr>
            <a:xfrm>
              <a:off x="2025969" y="5761719"/>
              <a:ext cx="1480757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1200" dirty="0">
                  <a:solidFill>
                    <a:prstClr val="white"/>
                  </a:solidFill>
                  <a:latin typeface="+mn-lt"/>
                  <a:ea typeface="+mn-ea"/>
                  <a:cs typeface="+mn-cs"/>
                </a:rPr>
                <a:t>Forms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Outlook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1200" dirty="0">
                  <a:solidFill>
                    <a:prstClr val="white"/>
                  </a:solidFill>
                  <a:latin typeface="+mn-lt"/>
                  <a:ea typeface="+mn-ea"/>
                  <a:cs typeface="+mn-cs"/>
                </a:rPr>
                <a:t>Singular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28">
            <a:extLst>
              <a:ext uri="{FF2B5EF4-FFF2-40B4-BE49-F238E27FC236}">
                <a16:creationId xmlns:a16="http://schemas.microsoft.com/office/drawing/2014/main" id="{BE599A4E-DDE9-8B4A-48A3-73ECCC0DC082}"/>
              </a:ext>
            </a:extLst>
          </p:cNvPr>
          <p:cNvSpPr/>
          <p:nvPr/>
        </p:nvSpPr>
        <p:spPr bwMode="gray">
          <a:xfrm>
            <a:off x="6334376" y="2412387"/>
            <a:ext cx="1480757" cy="3957431"/>
          </a:xfrm>
          <a:prstGeom prst="rect">
            <a:avLst/>
          </a:prstGeom>
          <a:solidFill>
            <a:schemeClr val="accent4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3" name="Group 29">
            <a:extLst>
              <a:ext uri="{FF2B5EF4-FFF2-40B4-BE49-F238E27FC236}">
                <a16:creationId xmlns:a16="http://schemas.microsoft.com/office/drawing/2014/main" id="{14876B28-DA7F-24CC-2F92-DA3E2E4F1B01}"/>
              </a:ext>
            </a:extLst>
          </p:cNvPr>
          <p:cNvGrpSpPr/>
          <p:nvPr/>
        </p:nvGrpSpPr>
        <p:grpSpPr>
          <a:xfrm>
            <a:off x="6206831" y="1508769"/>
            <a:ext cx="1703073" cy="4240510"/>
            <a:chOff x="1803653" y="1995975"/>
            <a:chExt cx="1703073" cy="4240510"/>
          </a:xfrm>
        </p:grpSpPr>
        <p:sp>
          <p:nvSpPr>
            <p:cNvPr id="48" name="Rectangle 30">
              <a:extLst>
                <a:ext uri="{FF2B5EF4-FFF2-40B4-BE49-F238E27FC236}">
                  <a16:creationId xmlns:a16="http://schemas.microsoft.com/office/drawing/2014/main" id="{2A3E74C6-91A1-A56D-FDF3-5001034ABF06}"/>
                </a:ext>
              </a:extLst>
            </p:cNvPr>
            <p:cNvSpPr/>
            <p:nvPr/>
          </p:nvSpPr>
          <p:spPr>
            <a:xfrm>
              <a:off x="1909978" y="3844164"/>
              <a:ext cx="1476686" cy="7386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Evaluación del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b="1" kern="1200" dirty="0">
                  <a:solidFill>
                    <a:prstClr val="white"/>
                  </a:solidFill>
                  <a:latin typeface="+mn-lt"/>
                  <a:ea typeface="+mn-ea"/>
                  <a:cs typeface="+mn-cs"/>
                </a:rPr>
                <a:t>Programa de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b="1" kern="1200" dirty="0">
                  <a:solidFill>
                    <a:prstClr val="white"/>
                  </a:solidFill>
                  <a:latin typeface="+mn-lt"/>
                  <a:ea typeface="+mn-ea"/>
                  <a:cs typeface="+mn-cs"/>
                </a:rPr>
                <a:t> Inducción </a:t>
              </a:r>
            </a:p>
          </p:txBody>
        </p:sp>
        <p:sp>
          <p:nvSpPr>
            <p:cNvPr id="49" name="Oval 31">
              <a:extLst>
                <a:ext uri="{FF2B5EF4-FFF2-40B4-BE49-F238E27FC236}">
                  <a16:creationId xmlns:a16="http://schemas.microsoft.com/office/drawing/2014/main" id="{DA4591EE-79B5-7D7C-4373-8368556A2C50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4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Oval 37">
              <a:extLst>
                <a:ext uri="{FF2B5EF4-FFF2-40B4-BE49-F238E27FC236}">
                  <a16:creationId xmlns:a16="http://schemas.microsoft.com/office/drawing/2014/main" id="{EA1DD70F-F1EC-EA4C-15A6-698DD87CC517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Freeform 542">
              <a:extLst>
                <a:ext uri="{FF2B5EF4-FFF2-40B4-BE49-F238E27FC236}">
                  <a16:creationId xmlns:a16="http://schemas.microsoft.com/office/drawing/2014/main" id="{C5F818B9-8E7D-2372-86C4-CBB551AC95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4153" y="2459432"/>
              <a:ext cx="482072" cy="772637"/>
            </a:xfrm>
            <a:custGeom>
              <a:avLst/>
              <a:gdLst>
                <a:gd name="T0" fmla="*/ 99 w 199"/>
                <a:gd name="T1" fmla="*/ 0 h 320"/>
                <a:gd name="T2" fmla="*/ 99 w 199"/>
                <a:gd name="T3" fmla="*/ 0 h 320"/>
                <a:gd name="T4" fmla="*/ 99 w 199"/>
                <a:gd name="T5" fmla="*/ 0 h 320"/>
                <a:gd name="T6" fmla="*/ 99 w 199"/>
                <a:gd name="T7" fmla="*/ 0 h 320"/>
                <a:gd name="T8" fmla="*/ 98 w 199"/>
                <a:gd name="T9" fmla="*/ 0 h 320"/>
                <a:gd name="T10" fmla="*/ 0 w 199"/>
                <a:gd name="T11" fmla="*/ 95 h 320"/>
                <a:gd name="T12" fmla="*/ 19 w 199"/>
                <a:gd name="T13" fmla="*/ 158 h 320"/>
                <a:gd name="T14" fmla="*/ 45 w 199"/>
                <a:gd name="T15" fmla="*/ 213 h 320"/>
                <a:gd name="T16" fmla="*/ 45 w 199"/>
                <a:gd name="T17" fmla="*/ 245 h 320"/>
                <a:gd name="T18" fmla="*/ 46 w 199"/>
                <a:gd name="T19" fmla="*/ 246 h 320"/>
                <a:gd name="T20" fmla="*/ 45 w 199"/>
                <a:gd name="T21" fmla="*/ 247 h 320"/>
                <a:gd name="T22" fmla="*/ 56 w 199"/>
                <a:gd name="T23" fmla="*/ 311 h 320"/>
                <a:gd name="T24" fmla="*/ 67 w 199"/>
                <a:gd name="T25" fmla="*/ 320 h 320"/>
                <a:gd name="T26" fmla="*/ 131 w 199"/>
                <a:gd name="T27" fmla="*/ 320 h 320"/>
                <a:gd name="T28" fmla="*/ 141 w 199"/>
                <a:gd name="T29" fmla="*/ 311 h 320"/>
                <a:gd name="T30" fmla="*/ 152 w 199"/>
                <a:gd name="T31" fmla="*/ 247 h 320"/>
                <a:gd name="T32" fmla="*/ 152 w 199"/>
                <a:gd name="T33" fmla="*/ 246 h 320"/>
                <a:gd name="T34" fmla="*/ 152 w 199"/>
                <a:gd name="T35" fmla="*/ 245 h 320"/>
                <a:gd name="T36" fmla="*/ 152 w 199"/>
                <a:gd name="T37" fmla="*/ 213 h 320"/>
                <a:gd name="T38" fmla="*/ 179 w 199"/>
                <a:gd name="T39" fmla="*/ 158 h 320"/>
                <a:gd name="T40" fmla="*/ 199 w 199"/>
                <a:gd name="T41" fmla="*/ 95 h 320"/>
                <a:gd name="T42" fmla="*/ 99 w 199"/>
                <a:gd name="T43" fmla="*/ 0 h 320"/>
                <a:gd name="T44" fmla="*/ 122 w 199"/>
                <a:gd name="T45" fmla="*/ 298 h 320"/>
                <a:gd name="T46" fmla="*/ 76 w 199"/>
                <a:gd name="T47" fmla="*/ 298 h 320"/>
                <a:gd name="T48" fmla="*/ 69 w 199"/>
                <a:gd name="T49" fmla="*/ 256 h 320"/>
                <a:gd name="T50" fmla="*/ 129 w 199"/>
                <a:gd name="T51" fmla="*/ 256 h 320"/>
                <a:gd name="T52" fmla="*/ 122 w 199"/>
                <a:gd name="T53" fmla="*/ 298 h 320"/>
                <a:gd name="T54" fmla="*/ 161 w 199"/>
                <a:gd name="T55" fmla="*/ 147 h 320"/>
                <a:gd name="T56" fmla="*/ 131 w 199"/>
                <a:gd name="T57" fmla="*/ 213 h 320"/>
                <a:gd name="T58" fmla="*/ 131 w 199"/>
                <a:gd name="T59" fmla="*/ 234 h 320"/>
                <a:gd name="T60" fmla="*/ 109 w 199"/>
                <a:gd name="T61" fmla="*/ 234 h 320"/>
                <a:gd name="T62" fmla="*/ 109 w 199"/>
                <a:gd name="T63" fmla="*/ 153 h 320"/>
                <a:gd name="T64" fmla="*/ 128 w 199"/>
                <a:gd name="T65" fmla="*/ 135 h 320"/>
                <a:gd name="T66" fmla="*/ 128 w 199"/>
                <a:gd name="T67" fmla="*/ 120 h 320"/>
                <a:gd name="T68" fmla="*/ 112 w 199"/>
                <a:gd name="T69" fmla="*/ 120 h 320"/>
                <a:gd name="T70" fmla="*/ 99 w 199"/>
                <a:gd name="T71" fmla="*/ 134 h 320"/>
                <a:gd name="T72" fmla="*/ 85 w 199"/>
                <a:gd name="T73" fmla="*/ 120 h 320"/>
                <a:gd name="T74" fmla="*/ 70 w 199"/>
                <a:gd name="T75" fmla="*/ 120 h 320"/>
                <a:gd name="T76" fmla="*/ 70 w 199"/>
                <a:gd name="T77" fmla="*/ 135 h 320"/>
                <a:gd name="T78" fmla="*/ 88 w 199"/>
                <a:gd name="T79" fmla="*/ 153 h 320"/>
                <a:gd name="T80" fmla="*/ 88 w 199"/>
                <a:gd name="T81" fmla="*/ 234 h 320"/>
                <a:gd name="T82" fmla="*/ 67 w 199"/>
                <a:gd name="T83" fmla="*/ 234 h 320"/>
                <a:gd name="T84" fmla="*/ 67 w 199"/>
                <a:gd name="T85" fmla="*/ 213 h 320"/>
                <a:gd name="T86" fmla="*/ 37 w 199"/>
                <a:gd name="T87" fmla="*/ 146 h 320"/>
                <a:gd name="T88" fmla="*/ 21 w 199"/>
                <a:gd name="T89" fmla="*/ 95 h 320"/>
                <a:gd name="T90" fmla="*/ 99 w 199"/>
                <a:gd name="T91" fmla="*/ 21 h 320"/>
                <a:gd name="T92" fmla="*/ 177 w 199"/>
                <a:gd name="T93" fmla="*/ 95 h 320"/>
                <a:gd name="T94" fmla="*/ 161 w 199"/>
                <a:gd name="T95" fmla="*/ 147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9" h="320">
                  <a:moveTo>
                    <a:pt x="99" y="0"/>
                  </a:move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8" y="0"/>
                  </a:cubicBezTo>
                  <a:cubicBezTo>
                    <a:pt x="45" y="0"/>
                    <a:pt x="0" y="44"/>
                    <a:pt x="0" y="95"/>
                  </a:cubicBezTo>
                  <a:cubicBezTo>
                    <a:pt x="0" y="129"/>
                    <a:pt x="18" y="157"/>
                    <a:pt x="19" y="158"/>
                  </a:cubicBezTo>
                  <a:cubicBezTo>
                    <a:pt x="32" y="179"/>
                    <a:pt x="45" y="206"/>
                    <a:pt x="45" y="213"/>
                  </a:cubicBezTo>
                  <a:cubicBezTo>
                    <a:pt x="45" y="245"/>
                    <a:pt x="45" y="245"/>
                    <a:pt x="45" y="245"/>
                  </a:cubicBezTo>
                  <a:cubicBezTo>
                    <a:pt x="45" y="245"/>
                    <a:pt x="45" y="246"/>
                    <a:pt x="46" y="246"/>
                  </a:cubicBezTo>
                  <a:cubicBezTo>
                    <a:pt x="46" y="246"/>
                    <a:pt x="45" y="246"/>
                    <a:pt x="45" y="247"/>
                  </a:cubicBezTo>
                  <a:cubicBezTo>
                    <a:pt x="56" y="311"/>
                    <a:pt x="56" y="311"/>
                    <a:pt x="56" y="311"/>
                  </a:cubicBezTo>
                  <a:cubicBezTo>
                    <a:pt x="57" y="316"/>
                    <a:pt x="61" y="320"/>
                    <a:pt x="67" y="320"/>
                  </a:cubicBezTo>
                  <a:cubicBezTo>
                    <a:pt x="131" y="320"/>
                    <a:pt x="131" y="320"/>
                    <a:pt x="131" y="320"/>
                  </a:cubicBezTo>
                  <a:cubicBezTo>
                    <a:pt x="136" y="320"/>
                    <a:pt x="140" y="316"/>
                    <a:pt x="141" y="311"/>
                  </a:cubicBezTo>
                  <a:cubicBezTo>
                    <a:pt x="152" y="247"/>
                    <a:pt x="152" y="247"/>
                    <a:pt x="152" y="247"/>
                  </a:cubicBezTo>
                  <a:cubicBezTo>
                    <a:pt x="152" y="246"/>
                    <a:pt x="152" y="246"/>
                    <a:pt x="152" y="246"/>
                  </a:cubicBezTo>
                  <a:cubicBezTo>
                    <a:pt x="152" y="246"/>
                    <a:pt x="152" y="245"/>
                    <a:pt x="152" y="245"/>
                  </a:cubicBezTo>
                  <a:cubicBezTo>
                    <a:pt x="152" y="213"/>
                    <a:pt x="152" y="213"/>
                    <a:pt x="152" y="213"/>
                  </a:cubicBezTo>
                  <a:cubicBezTo>
                    <a:pt x="152" y="206"/>
                    <a:pt x="166" y="179"/>
                    <a:pt x="179" y="158"/>
                  </a:cubicBezTo>
                  <a:cubicBezTo>
                    <a:pt x="180" y="157"/>
                    <a:pt x="199" y="129"/>
                    <a:pt x="199" y="95"/>
                  </a:cubicBezTo>
                  <a:cubicBezTo>
                    <a:pt x="199" y="44"/>
                    <a:pt x="153" y="0"/>
                    <a:pt x="99" y="0"/>
                  </a:cubicBezTo>
                  <a:close/>
                  <a:moveTo>
                    <a:pt x="122" y="298"/>
                  </a:moveTo>
                  <a:cubicBezTo>
                    <a:pt x="76" y="298"/>
                    <a:pt x="76" y="298"/>
                    <a:pt x="76" y="298"/>
                  </a:cubicBezTo>
                  <a:cubicBezTo>
                    <a:pt x="69" y="256"/>
                    <a:pt x="69" y="256"/>
                    <a:pt x="69" y="256"/>
                  </a:cubicBezTo>
                  <a:cubicBezTo>
                    <a:pt x="129" y="256"/>
                    <a:pt x="129" y="256"/>
                    <a:pt x="129" y="256"/>
                  </a:cubicBezTo>
                  <a:lnTo>
                    <a:pt x="122" y="298"/>
                  </a:lnTo>
                  <a:close/>
                  <a:moveTo>
                    <a:pt x="161" y="147"/>
                  </a:moveTo>
                  <a:cubicBezTo>
                    <a:pt x="154" y="158"/>
                    <a:pt x="131" y="196"/>
                    <a:pt x="131" y="213"/>
                  </a:cubicBezTo>
                  <a:cubicBezTo>
                    <a:pt x="131" y="234"/>
                    <a:pt x="131" y="234"/>
                    <a:pt x="131" y="234"/>
                  </a:cubicBezTo>
                  <a:cubicBezTo>
                    <a:pt x="109" y="234"/>
                    <a:pt x="109" y="234"/>
                    <a:pt x="109" y="234"/>
                  </a:cubicBezTo>
                  <a:cubicBezTo>
                    <a:pt x="109" y="153"/>
                    <a:pt x="109" y="153"/>
                    <a:pt x="109" y="153"/>
                  </a:cubicBezTo>
                  <a:cubicBezTo>
                    <a:pt x="128" y="135"/>
                    <a:pt x="128" y="135"/>
                    <a:pt x="128" y="135"/>
                  </a:cubicBezTo>
                  <a:cubicBezTo>
                    <a:pt x="132" y="131"/>
                    <a:pt x="132" y="124"/>
                    <a:pt x="128" y="120"/>
                  </a:cubicBezTo>
                  <a:cubicBezTo>
                    <a:pt x="123" y="116"/>
                    <a:pt x="117" y="116"/>
                    <a:pt x="112" y="120"/>
                  </a:cubicBezTo>
                  <a:cubicBezTo>
                    <a:pt x="99" y="134"/>
                    <a:pt x="99" y="134"/>
                    <a:pt x="99" y="134"/>
                  </a:cubicBezTo>
                  <a:cubicBezTo>
                    <a:pt x="85" y="120"/>
                    <a:pt x="85" y="120"/>
                    <a:pt x="85" y="120"/>
                  </a:cubicBezTo>
                  <a:cubicBezTo>
                    <a:pt x="81" y="116"/>
                    <a:pt x="74" y="116"/>
                    <a:pt x="70" y="120"/>
                  </a:cubicBezTo>
                  <a:cubicBezTo>
                    <a:pt x="66" y="124"/>
                    <a:pt x="66" y="131"/>
                    <a:pt x="70" y="135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234"/>
                    <a:pt x="88" y="234"/>
                    <a:pt x="88" y="234"/>
                  </a:cubicBezTo>
                  <a:cubicBezTo>
                    <a:pt x="67" y="234"/>
                    <a:pt x="67" y="234"/>
                    <a:pt x="67" y="234"/>
                  </a:cubicBezTo>
                  <a:cubicBezTo>
                    <a:pt x="67" y="213"/>
                    <a:pt x="67" y="213"/>
                    <a:pt x="67" y="213"/>
                  </a:cubicBezTo>
                  <a:cubicBezTo>
                    <a:pt x="67" y="196"/>
                    <a:pt x="44" y="158"/>
                    <a:pt x="37" y="146"/>
                  </a:cubicBezTo>
                  <a:cubicBezTo>
                    <a:pt x="37" y="146"/>
                    <a:pt x="21" y="123"/>
                    <a:pt x="21" y="95"/>
                  </a:cubicBezTo>
                  <a:cubicBezTo>
                    <a:pt x="21" y="55"/>
                    <a:pt x="57" y="21"/>
                    <a:pt x="99" y="21"/>
                  </a:cubicBezTo>
                  <a:cubicBezTo>
                    <a:pt x="141" y="21"/>
                    <a:pt x="177" y="55"/>
                    <a:pt x="177" y="95"/>
                  </a:cubicBezTo>
                  <a:cubicBezTo>
                    <a:pt x="177" y="122"/>
                    <a:pt x="161" y="146"/>
                    <a:pt x="161" y="1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Rectangle 48">
              <a:extLst>
                <a:ext uri="{FF2B5EF4-FFF2-40B4-BE49-F238E27FC236}">
                  <a16:creationId xmlns:a16="http://schemas.microsoft.com/office/drawing/2014/main" id="{93A832FE-8221-EBDF-8840-C9CF57B403B2}"/>
                </a:ext>
              </a:extLst>
            </p:cNvPr>
            <p:cNvSpPr/>
            <p:nvPr/>
          </p:nvSpPr>
          <p:spPr>
            <a:xfrm>
              <a:off x="1947585" y="5805598"/>
              <a:ext cx="1480757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Forms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kern="1200" dirty="0">
                  <a:solidFill>
                    <a:prstClr val="white"/>
                  </a:solidFill>
                  <a:latin typeface="+mn-lt"/>
                  <a:ea typeface="+mn-ea"/>
                  <a:cs typeface="+mn-cs"/>
                </a:rPr>
                <a:t>Outlook </a:t>
              </a:r>
              <a:endPara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4" name="Rectangle 49">
            <a:extLst>
              <a:ext uri="{FF2B5EF4-FFF2-40B4-BE49-F238E27FC236}">
                <a16:creationId xmlns:a16="http://schemas.microsoft.com/office/drawing/2014/main" id="{26D46289-315A-B3CB-07C5-26762086AFE7}"/>
              </a:ext>
            </a:extLst>
          </p:cNvPr>
          <p:cNvSpPr/>
          <p:nvPr/>
        </p:nvSpPr>
        <p:spPr bwMode="gray">
          <a:xfrm>
            <a:off x="8175709" y="2412387"/>
            <a:ext cx="1480757" cy="3957431"/>
          </a:xfrm>
          <a:prstGeom prst="rect">
            <a:avLst/>
          </a:prstGeom>
          <a:solidFill>
            <a:schemeClr val="accent5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5" name="Group 52">
            <a:extLst>
              <a:ext uri="{FF2B5EF4-FFF2-40B4-BE49-F238E27FC236}">
                <a16:creationId xmlns:a16="http://schemas.microsoft.com/office/drawing/2014/main" id="{ACFFC3AE-2661-36B3-A011-4BB8879D8942}"/>
              </a:ext>
            </a:extLst>
          </p:cNvPr>
          <p:cNvGrpSpPr/>
          <p:nvPr/>
        </p:nvGrpSpPr>
        <p:grpSpPr>
          <a:xfrm>
            <a:off x="8064551" y="1508769"/>
            <a:ext cx="1703073" cy="4232510"/>
            <a:chOff x="1803653" y="1995975"/>
            <a:chExt cx="1703073" cy="4232510"/>
          </a:xfrm>
        </p:grpSpPr>
        <p:sp>
          <p:nvSpPr>
            <p:cNvPr id="44" name="Rectangle 53">
              <a:extLst>
                <a:ext uri="{FF2B5EF4-FFF2-40B4-BE49-F238E27FC236}">
                  <a16:creationId xmlns:a16="http://schemas.microsoft.com/office/drawing/2014/main" id="{EA7521EC-B379-9DE8-BCB3-071BD2FA7C8A}"/>
                </a:ext>
              </a:extLst>
            </p:cNvPr>
            <p:cNvSpPr/>
            <p:nvPr/>
          </p:nvSpPr>
          <p:spPr>
            <a:xfrm>
              <a:off x="1909978" y="3844164"/>
              <a:ext cx="1403141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b="1" kern="1200" noProof="0" dirty="0">
                  <a:solidFill>
                    <a:prstClr val="white"/>
                  </a:solidFill>
                  <a:latin typeface="+mn-lt"/>
                  <a:ea typeface="+mn-ea"/>
                  <a:cs typeface="+mn-cs"/>
                </a:rPr>
                <a:t>Plan de Acción para cierre de brechas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s-ES" sz="200" b="1" kern="1200" dirty="0">
                <a:solidFill>
                  <a:prstClr val="white"/>
                </a:solidFill>
                <a:latin typeface="+mn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200" kern="1200" noProof="0" dirty="0">
                  <a:solidFill>
                    <a:prstClr val="white"/>
                  </a:solidFill>
                  <a:latin typeface="+mn-lt"/>
                  <a:ea typeface="+mn-ea"/>
                  <a:cs typeface="+mn-cs"/>
                </a:rPr>
                <a:t>En caso de ser necesario se realiza un cierre de brechas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Oval 55">
              <a:extLst>
                <a:ext uri="{FF2B5EF4-FFF2-40B4-BE49-F238E27FC236}">
                  <a16:creationId xmlns:a16="http://schemas.microsoft.com/office/drawing/2014/main" id="{7C4FBCFA-446B-275D-7D3B-3505BAA7F51A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5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Oval 60">
              <a:extLst>
                <a:ext uri="{FF2B5EF4-FFF2-40B4-BE49-F238E27FC236}">
                  <a16:creationId xmlns:a16="http://schemas.microsoft.com/office/drawing/2014/main" id="{B9E35AE4-9BD8-212B-576A-7CCB644608A4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Rectangle 61">
              <a:extLst>
                <a:ext uri="{FF2B5EF4-FFF2-40B4-BE49-F238E27FC236}">
                  <a16:creationId xmlns:a16="http://schemas.microsoft.com/office/drawing/2014/main" id="{8EAA47BB-BBF0-FA29-3878-AE2A2DDBFFAB}"/>
                </a:ext>
              </a:extLst>
            </p:cNvPr>
            <p:cNvSpPr/>
            <p:nvPr/>
          </p:nvSpPr>
          <p:spPr>
            <a:xfrm>
              <a:off x="1947584" y="5951486"/>
              <a:ext cx="148075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Outlook </a:t>
              </a:r>
            </a:p>
          </p:txBody>
        </p:sp>
      </p:grpSp>
      <p:sp>
        <p:nvSpPr>
          <p:cNvPr id="37" name="Rectangle 63">
            <a:extLst>
              <a:ext uri="{FF2B5EF4-FFF2-40B4-BE49-F238E27FC236}">
                <a16:creationId xmlns:a16="http://schemas.microsoft.com/office/drawing/2014/main" id="{7C7FAFB9-DBA0-769C-C9A6-428F3A9F2374}"/>
              </a:ext>
            </a:extLst>
          </p:cNvPr>
          <p:cNvSpPr/>
          <p:nvPr/>
        </p:nvSpPr>
        <p:spPr bwMode="gray">
          <a:xfrm>
            <a:off x="10033428" y="2412387"/>
            <a:ext cx="1480757" cy="3957431"/>
          </a:xfrm>
          <a:prstGeom prst="rect">
            <a:avLst/>
          </a:prstGeom>
          <a:solidFill>
            <a:schemeClr val="accent6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8" name="Group 64">
            <a:extLst>
              <a:ext uri="{FF2B5EF4-FFF2-40B4-BE49-F238E27FC236}">
                <a16:creationId xmlns:a16="http://schemas.microsoft.com/office/drawing/2014/main" id="{7A266E12-98E2-6AE9-BBD0-D6904E200205}"/>
              </a:ext>
            </a:extLst>
          </p:cNvPr>
          <p:cNvGrpSpPr/>
          <p:nvPr/>
        </p:nvGrpSpPr>
        <p:grpSpPr>
          <a:xfrm>
            <a:off x="9922270" y="1508769"/>
            <a:ext cx="1703073" cy="4293190"/>
            <a:chOff x="1803653" y="1995975"/>
            <a:chExt cx="1703073" cy="4293190"/>
          </a:xfrm>
        </p:grpSpPr>
        <p:sp>
          <p:nvSpPr>
            <p:cNvPr id="40" name="Rectangle 65">
              <a:extLst>
                <a:ext uri="{FF2B5EF4-FFF2-40B4-BE49-F238E27FC236}">
                  <a16:creationId xmlns:a16="http://schemas.microsoft.com/office/drawing/2014/main" id="{8F1FC0F4-7C17-34DE-D933-05E525A4FE2C}"/>
                </a:ext>
              </a:extLst>
            </p:cNvPr>
            <p:cNvSpPr/>
            <p:nvPr/>
          </p:nvSpPr>
          <p:spPr>
            <a:xfrm>
              <a:off x="1909978" y="3844165"/>
              <a:ext cx="140314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Confirmación </a:t>
              </a:r>
              <a:r>
                <a:rPr lang="es-ES" b="1" kern="1200" dirty="0">
                  <a:solidFill>
                    <a:prstClr val="white"/>
                  </a:solidFill>
                  <a:latin typeface="+mn-lt"/>
                  <a:ea typeface="+mn-ea"/>
                  <a:cs typeface="+mn-cs"/>
                </a:rPr>
                <a:t>al puesto de trabajo </a:t>
              </a:r>
              <a:endParaRPr kumimoji="0" lang="es-E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Oval 66">
              <a:extLst>
                <a:ext uri="{FF2B5EF4-FFF2-40B4-BE49-F238E27FC236}">
                  <a16:creationId xmlns:a16="http://schemas.microsoft.com/office/drawing/2014/main" id="{B16E6832-04E4-A5B6-F452-627B9DFE0098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6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Oval 67">
              <a:extLst>
                <a:ext uri="{FF2B5EF4-FFF2-40B4-BE49-F238E27FC236}">
                  <a16:creationId xmlns:a16="http://schemas.microsoft.com/office/drawing/2014/main" id="{DF36E56F-3680-C870-386D-CEC4C9C0B002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68">
              <a:extLst>
                <a:ext uri="{FF2B5EF4-FFF2-40B4-BE49-F238E27FC236}">
                  <a16:creationId xmlns:a16="http://schemas.microsoft.com/office/drawing/2014/main" id="{4B16C982-A04F-363A-82FA-2A14C09E8DB0}"/>
                </a:ext>
              </a:extLst>
            </p:cNvPr>
            <p:cNvSpPr/>
            <p:nvPr/>
          </p:nvSpPr>
          <p:spPr>
            <a:xfrm>
              <a:off x="2011455" y="6012166"/>
              <a:ext cx="148075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Outlook 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4" name="Freeform 350">
            <a:extLst>
              <a:ext uri="{FF2B5EF4-FFF2-40B4-BE49-F238E27FC236}">
                <a16:creationId xmlns:a16="http://schemas.microsoft.com/office/drawing/2014/main" id="{1381BB9B-D7D9-0C55-0F61-35BCA1258205}"/>
              </a:ext>
            </a:extLst>
          </p:cNvPr>
          <p:cNvSpPr>
            <a:spLocks noEditPoints="1"/>
          </p:cNvSpPr>
          <p:nvPr/>
        </p:nvSpPr>
        <p:spPr bwMode="auto">
          <a:xfrm>
            <a:off x="2974750" y="2100226"/>
            <a:ext cx="542209" cy="676167"/>
          </a:xfrm>
          <a:custGeom>
            <a:avLst/>
            <a:gdLst>
              <a:gd name="T0" fmla="*/ 160 w 256"/>
              <a:gd name="T1" fmla="*/ 85 h 320"/>
              <a:gd name="T2" fmla="*/ 10 w 256"/>
              <a:gd name="T3" fmla="*/ 85 h 320"/>
              <a:gd name="T4" fmla="*/ 0 w 256"/>
              <a:gd name="T5" fmla="*/ 96 h 320"/>
              <a:gd name="T6" fmla="*/ 0 w 256"/>
              <a:gd name="T7" fmla="*/ 309 h 320"/>
              <a:gd name="T8" fmla="*/ 10 w 256"/>
              <a:gd name="T9" fmla="*/ 320 h 320"/>
              <a:gd name="T10" fmla="*/ 160 w 256"/>
              <a:gd name="T11" fmla="*/ 320 h 320"/>
              <a:gd name="T12" fmla="*/ 170 w 256"/>
              <a:gd name="T13" fmla="*/ 309 h 320"/>
              <a:gd name="T14" fmla="*/ 170 w 256"/>
              <a:gd name="T15" fmla="*/ 96 h 320"/>
              <a:gd name="T16" fmla="*/ 160 w 256"/>
              <a:gd name="T17" fmla="*/ 85 h 320"/>
              <a:gd name="T18" fmla="*/ 149 w 256"/>
              <a:gd name="T19" fmla="*/ 298 h 320"/>
              <a:gd name="T20" fmla="*/ 21 w 256"/>
              <a:gd name="T21" fmla="*/ 298 h 320"/>
              <a:gd name="T22" fmla="*/ 21 w 256"/>
              <a:gd name="T23" fmla="*/ 106 h 320"/>
              <a:gd name="T24" fmla="*/ 149 w 256"/>
              <a:gd name="T25" fmla="*/ 106 h 320"/>
              <a:gd name="T26" fmla="*/ 149 w 256"/>
              <a:gd name="T27" fmla="*/ 298 h 320"/>
              <a:gd name="T28" fmla="*/ 213 w 256"/>
              <a:gd name="T29" fmla="*/ 53 h 320"/>
              <a:gd name="T30" fmla="*/ 213 w 256"/>
              <a:gd name="T31" fmla="*/ 266 h 320"/>
              <a:gd name="T32" fmla="*/ 202 w 256"/>
              <a:gd name="T33" fmla="*/ 277 h 320"/>
              <a:gd name="T34" fmla="*/ 192 w 256"/>
              <a:gd name="T35" fmla="*/ 266 h 320"/>
              <a:gd name="T36" fmla="*/ 192 w 256"/>
              <a:gd name="T37" fmla="*/ 64 h 320"/>
              <a:gd name="T38" fmla="*/ 53 w 256"/>
              <a:gd name="T39" fmla="*/ 64 h 320"/>
              <a:gd name="T40" fmla="*/ 42 w 256"/>
              <a:gd name="T41" fmla="*/ 53 h 320"/>
              <a:gd name="T42" fmla="*/ 53 w 256"/>
              <a:gd name="T43" fmla="*/ 42 h 320"/>
              <a:gd name="T44" fmla="*/ 202 w 256"/>
              <a:gd name="T45" fmla="*/ 42 h 320"/>
              <a:gd name="T46" fmla="*/ 213 w 256"/>
              <a:gd name="T47" fmla="*/ 53 h 320"/>
              <a:gd name="T48" fmla="*/ 256 w 256"/>
              <a:gd name="T49" fmla="*/ 10 h 320"/>
              <a:gd name="T50" fmla="*/ 256 w 256"/>
              <a:gd name="T51" fmla="*/ 224 h 320"/>
              <a:gd name="T52" fmla="*/ 245 w 256"/>
              <a:gd name="T53" fmla="*/ 234 h 320"/>
              <a:gd name="T54" fmla="*/ 234 w 256"/>
              <a:gd name="T55" fmla="*/ 224 h 320"/>
              <a:gd name="T56" fmla="*/ 234 w 256"/>
              <a:gd name="T57" fmla="*/ 21 h 320"/>
              <a:gd name="T58" fmla="*/ 96 w 256"/>
              <a:gd name="T59" fmla="*/ 21 h 320"/>
              <a:gd name="T60" fmla="*/ 85 w 256"/>
              <a:gd name="T61" fmla="*/ 10 h 320"/>
              <a:gd name="T62" fmla="*/ 96 w 256"/>
              <a:gd name="T63" fmla="*/ 0 h 320"/>
              <a:gd name="T64" fmla="*/ 245 w 256"/>
              <a:gd name="T65" fmla="*/ 0 h 320"/>
              <a:gd name="T66" fmla="*/ 256 w 256"/>
              <a:gd name="T67" fmla="*/ 10 h 320"/>
              <a:gd name="T68" fmla="*/ 32 w 256"/>
              <a:gd name="T69" fmla="*/ 266 h 320"/>
              <a:gd name="T70" fmla="*/ 42 w 256"/>
              <a:gd name="T71" fmla="*/ 256 h 320"/>
              <a:gd name="T72" fmla="*/ 128 w 256"/>
              <a:gd name="T73" fmla="*/ 256 h 320"/>
              <a:gd name="T74" fmla="*/ 138 w 256"/>
              <a:gd name="T75" fmla="*/ 266 h 320"/>
              <a:gd name="T76" fmla="*/ 128 w 256"/>
              <a:gd name="T77" fmla="*/ 277 h 320"/>
              <a:gd name="T78" fmla="*/ 42 w 256"/>
              <a:gd name="T79" fmla="*/ 277 h 320"/>
              <a:gd name="T80" fmla="*/ 32 w 256"/>
              <a:gd name="T81" fmla="*/ 266 h 320"/>
              <a:gd name="T82" fmla="*/ 32 w 256"/>
              <a:gd name="T83" fmla="*/ 224 h 320"/>
              <a:gd name="T84" fmla="*/ 42 w 256"/>
              <a:gd name="T85" fmla="*/ 213 h 320"/>
              <a:gd name="T86" fmla="*/ 128 w 256"/>
              <a:gd name="T87" fmla="*/ 213 h 320"/>
              <a:gd name="T88" fmla="*/ 138 w 256"/>
              <a:gd name="T89" fmla="*/ 224 h 320"/>
              <a:gd name="T90" fmla="*/ 128 w 256"/>
              <a:gd name="T91" fmla="*/ 234 h 320"/>
              <a:gd name="T92" fmla="*/ 42 w 256"/>
              <a:gd name="T93" fmla="*/ 234 h 320"/>
              <a:gd name="T94" fmla="*/ 32 w 256"/>
              <a:gd name="T95" fmla="*/ 224 h 320"/>
              <a:gd name="T96" fmla="*/ 32 w 256"/>
              <a:gd name="T97" fmla="*/ 181 h 320"/>
              <a:gd name="T98" fmla="*/ 42 w 256"/>
              <a:gd name="T99" fmla="*/ 170 h 320"/>
              <a:gd name="T100" fmla="*/ 128 w 256"/>
              <a:gd name="T101" fmla="*/ 170 h 320"/>
              <a:gd name="T102" fmla="*/ 138 w 256"/>
              <a:gd name="T103" fmla="*/ 181 h 320"/>
              <a:gd name="T104" fmla="*/ 128 w 256"/>
              <a:gd name="T105" fmla="*/ 192 h 320"/>
              <a:gd name="T106" fmla="*/ 42 w 256"/>
              <a:gd name="T107" fmla="*/ 192 h 320"/>
              <a:gd name="T108" fmla="*/ 32 w 256"/>
              <a:gd name="T109" fmla="*/ 181 h 320"/>
              <a:gd name="T110" fmla="*/ 32 w 256"/>
              <a:gd name="T111" fmla="*/ 138 h 320"/>
              <a:gd name="T112" fmla="*/ 42 w 256"/>
              <a:gd name="T113" fmla="*/ 128 h 320"/>
              <a:gd name="T114" fmla="*/ 128 w 256"/>
              <a:gd name="T115" fmla="*/ 128 h 320"/>
              <a:gd name="T116" fmla="*/ 138 w 256"/>
              <a:gd name="T117" fmla="*/ 138 h 320"/>
              <a:gd name="T118" fmla="*/ 128 w 256"/>
              <a:gd name="T119" fmla="*/ 149 h 320"/>
              <a:gd name="T120" fmla="*/ 42 w 256"/>
              <a:gd name="T121" fmla="*/ 149 h 320"/>
              <a:gd name="T122" fmla="*/ 32 w 256"/>
              <a:gd name="T123" fmla="*/ 13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56" h="320">
                <a:moveTo>
                  <a:pt x="160" y="85"/>
                </a:moveTo>
                <a:cubicBezTo>
                  <a:pt x="10" y="85"/>
                  <a:pt x="10" y="85"/>
                  <a:pt x="10" y="85"/>
                </a:cubicBezTo>
                <a:cubicBezTo>
                  <a:pt x="4" y="85"/>
                  <a:pt x="0" y="90"/>
                  <a:pt x="0" y="96"/>
                </a:cubicBezTo>
                <a:cubicBezTo>
                  <a:pt x="0" y="309"/>
                  <a:pt x="0" y="309"/>
                  <a:pt x="0" y="309"/>
                </a:cubicBezTo>
                <a:cubicBezTo>
                  <a:pt x="0" y="315"/>
                  <a:pt x="4" y="320"/>
                  <a:pt x="10" y="320"/>
                </a:cubicBezTo>
                <a:cubicBezTo>
                  <a:pt x="160" y="320"/>
                  <a:pt x="160" y="320"/>
                  <a:pt x="160" y="320"/>
                </a:cubicBezTo>
                <a:cubicBezTo>
                  <a:pt x="166" y="320"/>
                  <a:pt x="170" y="315"/>
                  <a:pt x="170" y="309"/>
                </a:cubicBezTo>
                <a:cubicBezTo>
                  <a:pt x="170" y="96"/>
                  <a:pt x="170" y="96"/>
                  <a:pt x="170" y="96"/>
                </a:cubicBezTo>
                <a:cubicBezTo>
                  <a:pt x="170" y="90"/>
                  <a:pt x="166" y="85"/>
                  <a:pt x="160" y="85"/>
                </a:cubicBezTo>
                <a:close/>
                <a:moveTo>
                  <a:pt x="149" y="298"/>
                </a:moveTo>
                <a:cubicBezTo>
                  <a:pt x="21" y="298"/>
                  <a:pt x="21" y="298"/>
                  <a:pt x="21" y="298"/>
                </a:cubicBezTo>
                <a:cubicBezTo>
                  <a:pt x="21" y="106"/>
                  <a:pt x="21" y="106"/>
                  <a:pt x="21" y="106"/>
                </a:cubicBezTo>
                <a:cubicBezTo>
                  <a:pt x="149" y="106"/>
                  <a:pt x="149" y="106"/>
                  <a:pt x="149" y="106"/>
                </a:cubicBezTo>
                <a:lnTo>
                  <a:pt x="149" y="298"/>
                </a:lnTo>
                <a:close/>
                <a:moveTo>
                  <a:pt x="213" y="53"/>
                </a:moveTo>
                <a:cubicBezTo>
                  <a:pt x="213" y="266"/>
                  <a:pt x="213" y="266"/>
                  <a:pt x="213" y="266"/>
                </a:cubicBezTo>
                <a:cubicBezTo>
                  <a:pt x="213" y="272"/>
                  <a:pt x="208" y="277"/>
                  <a:pt x="202" y="277"/>
                </a:cubicBezTo>
                <a:cubicBezTo>
                  <a:pt x="196" y="277"/>
                  <a:pt x="192" y="272"/>
                  <a:pt x="192" y="266"/>
                </a:cubicBezTo>
                <a:cubicBezTo>
                  <a:pt x="192" y="64"/>
                  <a:pt x="192" y="64"/>
                  <a:pt x="192" y="64"/>
                </a:cubicBezTo>
                <a:cubicBezTo>
                  <a:pt x="53" y="64"/>
                  <a:pt x="53" y="64"/>
                  <a:pt x="53" y="64"/>
                </a:cubicBezTo>
                <a:cubicBezTo>
                  <a:pt x="47" y="64"/>
                  <a:pt x="42" y="59"/>
                  <a:pt x="42" y="53"/>
                </a:cubicBezTo>
                <a:cubicBezTo>
                  <a:pt x="42" y="47"/>
                  <a:pt x="47" y="42"/>
                  <a:pt x="53" y="42"/>
                </a:cubicBezTo>
                <a:cubicBezTo>
                  <a:pt x="202" y="42"/>
                  <a:pt x="202" y="42"/>
                  <a:pt x="202" y="42"/>
                </a:cubicBezTo>
                <a:cubicBezTo>
                  <a:pt x="208" y="42"/>
                  <a:pt x="213" y="47"/>
                  <a:pt x="213" y="53"/>
                </a:cubicBezTo>
                <a:close/>
                <a:moveTo>
                  <a:pt x="256" y="10"/>
                </a:moveTo>
                <a:cubicBezTo>
                  <a:pt x="256" y="224"/>
                  <a:pt x="256" y="224"/>
                  <a:pt x="256" y="224"/>
                </a:cubicBezTo>
                <a:cubicBezTo>
                  <a:pt x="256" y="230"/>
                  <a:pt x="251" y="234"/>
                  <a:pt x="245" y="234"/>
                </a:cubicBezTo>
                <a:cubicBezTo>
                  <a:pt x="239" y="234"/>
                  <a:pt x="234" y="230"/>
                  <a:pt x="234" y="224"/>
                </a:cubicBezTo>
                <a:cubicBezTo>
                  <a:pt x="234" y="21"/>
                  <a:pt x="234" y="21"/>
                  <a:pt x="234" y="21"/>
                </a:cubicBezTo>
                <a:cubicBezTo>
                  <a:pt x="96" y="21"/>
                  <a:pt x="96" y="21"/>
                  <a:pt x="96" y="21"/>
                </a:cubicBezTo>
                <a:cubicBezTo>
                  <a:pt x="90" y="21"/>
                  <a:pt x="85" y="16"/>
                  <a:pt x="85" y="10"/>
                </a:cubicBezTo>
                <a:cubicBezTo>
                  <a:pt x="85" y="4"/>
                  <a:pt x="90" y="0"/>
                  <a:pt x="96" y="0"/>
                </a:cubicBezTo>
                <a:cubicBezTo>
                  <a:pt x="245" y="0"/>
                  <a:pt x="245" y="0"/>
                  <a:pt x="245" y="0"/>
                </a:cubicBezTo>
                <a:cubicBezTo>
                  <a:pt x="251" y="0"/>
                  <a:pt x="256" y="4"/>
                  <a:pt x="256" y="10"/>
                </a:cubicBezTo>
                <a:close/>
                <a:moveTo>
                  <a:pt x="32" y="266"/>
                </a:moveTo>
                <a:cubicBezTo>
                  <a:pt x="32" y="260"/>
                  <a:pt x="36" y="256"/>
                  <a:pt x="42" y="256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134" y="256"/>
                  <a:pt x="138" y="260"/>
                  <a:pt x="138" y="266"/>
                </a:cubicBezTo>
                <a:cubicBezTo>
                  <a:pt x="138" y="272"/>
                  <a:pt x="134" y="277"/>
                  <a:pt x="128" y="277"/>
                </a:cubicBezTo>
                <a:cubicBezTo>
                  <a:pt x="42" y="277"/>
                  <a:pt x="42" y="277"/>
                  <a:pt x="42" y="277"/>
                </a:cubicBezTo>
                <a:cubicBezTo>
                  <a:pt x="36" y="277"/>
                  <a:pt x="32" y="272"/>
                  <a:pt x="32" y="266"/>
                </a:cubicBezTo>
                <a:close/>
                <a:moveTo>
                  <a:pt x="32" y="224"/>
                </a:moveTo>
                <a:cubicBezTo>
                  <a:pt x="32" y="218"/>
                  <a:pt x="36" y="213"/>
                  <a:pt x="42" y="213"/>
                </a:cubicBezTo>
                <a:cubicBezTo>
                  <a:pt x="128" y="213"/>
                  <a:pt x="128" y="213"/>
                  <a:pt x="128" y="213"/>
                </a:cubicBezTo>
                <a:cubicBezTo>
                  <a:pt x="134" y="213"/>
                  <a:pt x="138" y="218"/>
                  <a:pt x="138" y="224"/>
                </a:cubicBezTo>
                <a:cubicBezTo>
                  <a:pt x="138" y="230"/>
                  <a:pt x="134" y="234"/>
                  <a:pt x="128" y="234"/>
                </a:cubicBezTo>
                <a:cubicBezTo>
                  <a:pt x="42" y="234"/>
                  <a:pt x="42" y="234"/>
                  <a:pt x="42" y="234"/>
                </a:cubicBezTo>
                <a:cubicBezTo>
                  <a:pt x="36" y="234"/>
                  <a:pt x="32" y="230"/>
                  <a:pt x="32" y="224"/>
                </a:cubicBezTo>
                <a:close/>
                <a:moveTo>
                  <a:pt x="32" y="181"/>
                </a:moveTo>
                <a:cubicBezTo>
                  <a:pt x="32" y="175"/>
                  <a:pt x="36" y="170"/>
                  <a:pt x="42" y="170"/>
                </a:cubicBezTo>
                <a:cubicBezTo>
                  <a:pt x="128" y="170"/>
                  <a:pt x="128" y="170"/>
                  <a:pt x="128" y="170"/>
                </a:cubicBezTo>
                <a:cubicBezTo>
                  <a:pt x="134" y="170"/>
                  <a:pt x="138" y="175"/>
                  <a:pt x="138" y="181"/>
                </a:cubicBezTo>
                <a:cubicBezTo>
                  <a:pt x="138" y="187"/>
                  <a:pt x="134" y="192"/>
                  <a:pt x="128" y="192"/>
                </a:cubicBezTo>
                <a:cubicBezTo>
                  <a:pt x="42" y="192"/>
                  <a:pt x="42" y="192"/>
                  <a:pt x="42" y="192"/>
                </a:cubicBezTo>
                <a:cubicBezTo>
                  <a:pt x="36" y="192"/>
                  <a:pt x="32" y="187"/>
                  <a:pt x="32" y="181"/>
                </a:cubicBezTo>
                <a:close/>
                <a:moveTo>
                  <a:pt x="32" y="138"/>
                </a:moveTo>
                <a:cubicBezTo>
                  <a:pt x="32" y="132"/>
                  <a:pt x="36" y="128"/>
                  <a:pt x="42" y="128"/>
                </a:cubicBezTo>
                <a:cubicBezTo>
                  <a:pt x="128" y="128"/>
                  <a:pt x="128" y="128"/>
                  <a:pt x="128" y="128"/>
                </a:cubicBezTo>
                <a:cubicBezTo>
                  <a:pt x="134" y="128"/>
                  <a:pt x="138" y="132"/>
                  <a:pt x="138" y="138"/>
                </a:cubicBezTo>
                <a:cubicBezTo>
                  <a:pt x="138" y="144"/>
                  <a:pt x="134" y="149"/>
                  <a:pt x="128" y="149"/>
                </a:cubicBezTo>
                <a:cubicBezTo>
                  <a:pt x="42" y="149"/>
                  <a:pt x="42" y="149"/>
                  <a:pt x="42" y="149"/>
                </a:cubicBezTo>
                <a:cubicBezTo>
                  <a:pt x="36" y="149"/>
                  <a:pt x="32" y="144"/>
                  <a:pt x="32" y="138"/>
                </a:cubicBezTo>
                <a:close/>
              </a:path>
            </a:pathLst>
          </a:custGeom>
          <a:solidFill>
            <a:srgbClr val="00768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sz="1200" noProof="0" dirty="0">
              <a:latin typeface="+mn-lt"/>
            </a:endParaRPr>
          </a:p>
        </p:txBody>
      </p:sp>
      <p:pic>
        <p:nvPicPr>
          <p:cNvPr id="65" name="Gráfico 64" descr="Apertura con relleno sólido">
            <a:extLst>
              <a:ext uri="{FF2B5EF4-FFF2-40B4-BE49-F238E27FC236}">
                <a16:creationId xmlns:a16="http://schemas.microsoft.com/office/drawing/2014/main" id="{439F2124-DA52-DD7F-7AE6-4962A72C04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40593" y="1822287"/>
            <a:ext cx="1072512" cy="1072512"/>
          </a:xfrm>
          <a:prstGeom prst="rect">
            <a:avLst/>
          </a:prstGeom>
        </p:spPr>
      </p:pic>
      <p:sp>
        <p:nvSpPr>
          <p:cNvPr id="71" name="Freeform 188">
            <a:extLst>
              <a:ext uri="{FF2B5EF4-FFF2-40B4-BE49-F238E27FC236}">
                <a16:creationId xmlns:a16="http://schemas.microsoft.com/office/drawing/2014/main" id="{AF683B19-D75E-CAE4-51B3-955C2128AAD6}"/>
              </a:ext>
            </a:extLst>
          </p:cNvPr>
          <p:cNvSpPr>
            <a:spLocks noEditPoints="1"/>
          </p:cNvSpPr>
          <p:nvPr/>
        </p:nvSpPr>
        <p:spPr bwMode="auto">
          <a:xfrm>
            <a:off x="8589606" y="2090679"/>
            <a:ext cx="565679" cy="535728"/>
          </a:xfrm>
          <a:custGeom>
            <a:avLst/>
            <a:gdLst>
              <a:gd name="T0" fmla="*/ 273 w 278"/>
              <a:gd name="T1" fmla="*/ 3 h 278"/>
              <a:gd name="T2" fmla="*/ 262 w 278"/>
              <a:gd name="T3" fmla="*/ 2 h 278"/>
              <a:gd name="T4" fmla="*/ 6 w 278"/>
              <a:gd name="T5" fmla="*/ 152 h 278"/>
              <a:gd name="T6" fmla="*/ 1 w 278"/>
              <a:gd name="T7" fmla="*/ 162 h 278"/>
              <a:gd name="T8" fmla="*/ 7 w 278"/>
              <a:gd name="T9" fmla="*/ 171 h 278"/>
              <a:gd name="T10" fmla="*/ 89 w 278"/>
              <a:gd name="T11" fmla="*/ 204 h 278"/>
              <a:gd name="T12" fmla="*/ 108 w 278"/>
              <a:gd name="T13" fmla="*/ 271 h 278"/>
              <a:gd name="T14" fmla="*/ 117 w 278"/>
              <a:gd name="T15" fmla="*/ 278 h 278"/>
              <a:gd name="T16" fmla="*/ 118 w 278"/>
              <a:gd name="T17" fmla="*/ 278 h 278"/>
              <a:gd name="T18" fmla="*/ 127 w 278"/>
              <a:gd name="T19" fmla="*/ 274 h 278"/>
              <a:gd name="T20" fmla="*/ 127 w 278"/>
              <a:gd name="T21" fmla="*/ 274 h 278"/>
              <a:gd name="T22" fmla="*/ 157 w 278"/>
              <a:gd name="T23" fmla="*/ 232 h 278"/>
              <a:gd name="T24" fmla="*/ 242 w 278"/>
              <a:gd name="T25" fmla="*/ 267 h 278"/>
              <a:gd name="T26" fmla="*/ 246 w 278"/>
              <a:gd name="T27" fmla="*/ 268 h 278"/>
              <a:gd name="T28" fmla="*/ 252 w 278"/>
              <a:gd name="T29" fmla="*/ 266 h 278"/>
              <a:gd name="T30" fmla="*/ 257 w 278"/>
              <a:gd name="T31" fmla="*/ 258 h 278"/>
              <a:gd name="T32" fmla="*/ 278 w 278"/>
              <a:gd name="T33" fmla="*/ 13 h 278"/>
              <a:gd name="T34" fmla="*/ 273 w 278"/>
              <a:gd name="T35" fmla="*/ 3 h 278"/>
              <a:gd name="T36" fmla="*/ 92 w 278"/>
              <a:gd name="T37" fmla="*/ 182 h 278"/>
              <a:gd name="T38" fmla="*/ 35 w 278"/>
              <a:gd name="T39" fmla="*/ 159 h 278"/>
              <a:gd name="T40" fmla="*/ 209 w 278"/>
              <a:gd name="T41" fmla="*/ 58 h 278"/>
              <a:gd name="T42" fmla="*/ 92 w 278"/>
              <a:gd name="T43" fmla="*/ 182 h 278"/>
              <a:gd name="T44" fmla="*/ 199 w 278"/>
              <a:gd name="T45" fmla="*/ 100 h 278"/>
              <a:gd name="T46" fmla="*/ 130 w 278"/>
              <a:gd name="T47" fmla="*/ 209 h 278"/>
              <a:gd name="T48" fmla="*/ 129 w 278"/>
              <a:gd name="T49" fmla="*/ 210 h 278"/>
              <a:gd name="T50" fmla="*/ 120 w 278"/>
              <a:gd name="T51" fmla="*/ 235 h 278"/>
              <a:gd name="T52" fmla="*/ 109 w 278"/>
              <a:gd name="T53" fmla="*/ 196 h 278"/>
              <a:gd name="T54" fmla="*/ 199 w 278"/>
              <a:gd name="T55" fmla="*/ 100 h 278"/>
              <a:gd name="T56" fmla="*/ 237 w 278"/>
              <a:gd name="T57" fmla="*/ 242 h 278"/>
              <a:gd name="T58" fmla="*/ 156 w 278"/>
              <a:gd name="T59" fmla="*/ 209 h 278"/>
              <a:gd name="T60" fmla="*/ 253 w 278"/>
              <a:gd name="T61" fmla="*/ 54 h 278"/>
              <a:gd name="T62" fmla="*/ 237 w 278"/>
              <a:gd name="T63" fmla="*/ 242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8" h="278">
                <a:moveTo>
                  <a:pt x="273" y="3"/>
                </a:moveTo>
                <a:cubicBezTo>
                  <a:pt x="270" y="1"/>
                  <a:pt x="265" y="0"/>
                  <a:pt x="262" y="2"/>
                </a:cubicBezTo>
                <a:cubicBezTo>
                  <a:pt x="6" y="152"/>
                  <a:pt x="6" y="152"/>
                  <a:pt x="6" y="152"/>
                </a:cubicBezTo>
                <a:cubicBezTo>
                  <a:pt x="2" y="154"/>
                  <a:pt x="0" y="158"/>
                  <a:pt x="1" y="162"/>
                </a:cubicBezTo>
                <a:cubicBezTo>
                  <a:pt x="1" y="166"/>
                  <a:pt x="4" y="169"/>
                  <a:pt x="7" y="171"/>
                </a:cubicBezTo>
                <a:cubicBezTo>
                  <a:pt x="89" y="204"/>
                  <a:pt x="89" y="204"/>
                  <a:pt x="89" y="204"/>
                </a:cubicBezTo>
                <a:cubicBezTo>
                  <a:pt x="108" y="271"/>
                  <a:pt x="108" y="271"/>
                  <a:pt x="108" y="271"/>
                </a:cubicBezTo>
                <a:cubicBezTo>
                  <a:pt x="109" y="275"/>
                  <a:pt x="113" y="278"/>
                  <a:pt x="117" y="278"/>
                </a:cubicBezTo>
                <a:cubicBezTo>
                  <a:pt x="118" y="278"/>
                  <a:pt x="118" y="278"/>
                  <a:pt x="118" y="278"/>
                </a:cubicBezTo>
                <a:cubicBezTo>
                  <a:pt x="121" y="278"/>
                  <a:pt x="125" y="277"/>
                  <a:pt x="127" y="274"/>
                </a:cubicBezTo>
                <a:cubicBezTo>
                  <a:pt x="127" y="274"/>
                  <a:pt x="127" y="274"/>
                  <a:pt x="127" y="274"/>
                </a:cubicBezTo>
                <a:cubicBezTo>
                  <a:pt x="157" y="232"/>
                  <a:pt x="157" y="232"/>
                  <a:pt x="157" y="232"/>
                </a:cubicBezTo>
                <a:cubicBezTo>
                  <a:pt x="242" y="267"/>
                  <a:pt x="242" y="267"/>
                  <a:pt x="242" y="267"/>
                </a:cubicBezTo>
                <a:cubicBezTo>
                  <a:pt x="243" y="267"/>
                  <a:pt x="245" y="268"/>
                  <a:pt x="246" y="268"/>
                </a:cubicBezTo>
                <a:cubicBezTo>
                  <a:pt x="248" y="268"/>
                  <a:pt x="250" y="267"/>
                  <a:pt x="252" y="266"/>
                </a:cubicBezTo>
                <a:cubicBezTo>
                  <a:pt x="254" y="264"/>
                  <a:pt x="256" y="261"/>
                  <a:pt x="257" y="258"/>
                </a:cubicBezTo>
                <a:cubicBezTo>
                  <a:pt x="278" y="13"/>
                  <a:pt x="278" y="13"/>
                  <a:pt x="278" y="13"/>
                </a:cubicBezTo>
                <a:cubicBezTo>
                  <a:pt x="278" y="9"/>
                  <a:pt x="276" y="5"/>
                  <a:pt x="273" y="3"/>
                </a:cubicBezTo>
                <a:close/>
                <a:moveTo>
                  <a:pt x="92" y="182"/>
                </a:moveTo>
                <a:cubicBezTo>
                  <a:pt x="35" y="159"/>
                  <a:pt x="35" y="159"/>
                  <a:pt x="35" y="159"/>
                </a:cubicBezTo>
                <a:cubicBezTo>
                  <a:pt x="209" y="58"/>
                  <a:pt x="209" y="58"/>
                  <a:pt x="209" y="58"/>
                </a:cubicBezTo>
                <a:lnTo>
                  <a:pt x="92" y="182"/>
                </a:lnTo>
                <a:close/>
                <a:moveTo>
                  <a:pt x="199" y="100"/>
                </a:moveTo>
                <a:cubicBezTo>
                  <a:pt x="130" y="209"/>
                  <a:pt x="130" y="209"/>
                  <a:pt x="130" y="209"/>
                </a:cubicBezTo>
                <a:cubicBezTo>
                  <a:pt x="130" y="209"/>
                  <a:pt x="130" y="210"/>
                  <a:pt x="129" y="210"/>
                </a:cubicBezTo>
                <a:cubicBezTo>
                  <a:pt x="120" y="235"/>
                  <a:pt x="120" y="235"/>
                  <a:pt x="120" y="235"/>
                </a:cubicBezTo>
                <a:cubicBezTo>
                  <a:pt x="109" y="196"/>
                  <a:pt x="109" y="196"/>
                  <a:pt x="109" y="196"/>
                </a:cubicBezTo>
                <a:lnTo>
                  <a:pt x="199" y="100"/>
                </a:lnTo>
                <a:close/>
                <a:moveTo>
                  <a:pt x="237" y="242"/>
                </a:moveTo>
                <a:cubicBezTo>
                  <a:pt x="156" y="209"/>
                  <a:pt x="156" y="209"/>
                  <a:pt x="156" y="209"/>
                </a:cubicBezTo>
                <a:cubicBezTo>
                  <a:pt x="253" y="54"/>
                  <a:pt x="253" y="54"/>
                  <a:pt x="253" y="54"/>
                </a:cubicBezTo>
                <a:lnTo>
                  <a:pt x="237" y="24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4" name="Freeform 389">
            <a:extLst>
              <a:ext uri="{FF2B5EF4-FFF2-40B4-BE49-F238E27FC236}">
                <a16:creationId xmlns:a16="http://schemas.microsoft.com/office/drawing/2014/main" id="{376AEB9A-336D-514E-2AED-732D311591A6}"/>
              </a:ext>
            </a:extLst>
          </p:cNvPr>
          <p:cNvSpPr>
            <a:spLocks noEditPoints="1"/>
          </p:cNvSpPr>
          <p:nvPr/>
        </p:nvSpPr>
        <p:spPr bwMode="auto">
          <a:xfrm>
            <a:off x="10405875" y="2025857"/>
            <a:ext cx="756236" cy="665371"/>
          </a:xfrm>
          <a:custGeom>
            <a:avLst/>
            <a:gdLst>
              <a:gd name="T0" fmla="*/ 321 w 321"/>
              <a:gd name="T1" fmla="*/ 160 h 224"/>
              <a:gd name="T2" fmla="*/ 129 w 321"/>
              <a:gd name="T3" fmla="*/ 170 h 224"/>
              <a:gd name="T4" fmla="*/ 129 w 321"/>
              <a:gd name="T5" fmla="*/ 149 h 224"/>
              <a:gd name="T6" fmla="*/ 299 w 321"/>
              <a:gd name="T7" fmla="*/ 21 h 224"/>
              <a:gd name="T8" fmla="*/ 75 w 321"/>
              <a:gd name="T9" fmla="*/ 32 h 224"/>
              <a:gd name="T10" fmla="*/ 54 w 321"/>
              <a:gd name="T11" fmla="*/ 32 h 224"/>
              <a:gd name="T12" fmla="*/ 65 w 321"/>
              <a:gd name="T13" fmla="*/ 0 h 224"/>
              <a:gd name="T14" fmla="*/ 321 w 321"/>
              <a:gd name="T15" fmla="*/ 10 h 224"/>
              <a:gd name="T16" fmla="*/ 90 w 321"/>
              <a:gd name="T17" fmla="*/ 193 h 224"/>
              <a:gd name="T18" fmla="*/ 101 w 321"/>
              <a:gd name="T19" fmla="*/ 136 h 224"/>
              <a:gd name="T20" fmla="*/ 54 w 321"/>
              <a:gd name="T21" fmla="*/ 58 h 224"/>
              <a:gd name="T22" fmla="*/ 54 w 321"/>
              <a:gd name="T23" fmla="*/ 58 h 224"/>
              <a:gd name="T24" fmla="*/ 54 w 321"/>
              <a:gd name="T25" fmla="*/ 58 h 224"/>
              <a:gd name="T26" fmla="*/ 6 w 321"/>
              <a:gd name="T27" fmla="*/ 136 h 224"/>
              <a:gd name="T28" fmla="*/ 18 w 321"/>
              <a:gd name="T29" fmla="*/ 192 h 224"/>
              <a:gd name="T30" fmla="*/ 22 w 321"/>
              <a:gd name="T31" fmla="*/ 213 h 224"/>
              <a:gd name="T32" fmla="*/ 42 w 321"/>
              <a:gd name="T33" fmla="*/ 190 h 224"/>
              <a:gd name="T34" fmla="*/ 27 w 321"/>
              <a:gd name="T35" fmla="*/ 131 h 224"/>
              <a:gd name="T36" fmla="*/ 54 w 321"/>
              <a:gd name="T37" fmla="*/ 80 h 224"/>
              <a:gd name="T38" fmla="*/ 54 w 321"/>
              <a:gd name="T39" fmla="*/ 80 h 224"/>
              <a:gd name="T40" fmla="*/ 81 w 321"/>
              <a:gd name="T41" fmla="*/ 131 h 224"/>
              <a:gd name="T42" fmla="*/ 65 w 321"/>
              <a:gd name="T43" fmla="*/ 190 h 224"/>
              <a:gd name="T44" fmla="*/ 99 w 321"/>
              <a:gd name="T45" fmla="*/ 216 h 224"/>
              <a:gd name="T46" fmla="*/ 128 w 321"/>
              <a:gd name="T47" fmla="*/ 224 h 224"/>
              <a:gd name="T48" fmla="*/ 135 w 321"/>
              <a:gd name="T49" fmla="*/ 206 h 224"/>
              <a:gd name="T50" fmla="*/ 139 w 321"/>
              <a:gd name="T51" fmla="*/ 74 h 224"/>
              <a:gd name="T52" fmla="*/ 278 w 321"/>
              <a:gd name="T53" fmla="*/ 64 h 224"/>
              <a:gd name="T54" fmla="*/ 139 w 321"/>
              <a:gd name="T55" fmla="*/ 53 h 224"/>
              <a:gd name="T56" fmla="*/ 139 w 321"/>
              <a:gd name="T57" fmla="*/ 74 h 224"/>
              <a:gd name="T58" fmla="*/ 267 w 321"/>
              <a:gd name="T59" fmla="*/ 117 h 224"/>
              <a:gd name="T60" fmla="*/ 267 w 321"/>
              <a:gd name="T61" fmla="*/ 96 h 224"/>
              <a:gd name="T62" fmla="*/ 129 w 321"/>
              <a:gd name="T63" fmla="*/ 106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21" h="224">
                <a:moveTo>
                  <a:pt x="321" y="10"/>
                </a:moveTo>
                <a:cubicBezTo>
                  <a:pt x="321" y="160"/>
                  <a:pt x="321" y="160"/>
                  <a:pt x="321" y="160"/>
                </a:cubicBezTo>
                <a:cubicBezTo>
                  <a:pt x="321" y="166"/>
                  <a:pt x="316" y="170"/>
                  <a:pt x="310" y="170"/>
                </a:cubicBezTo>
                <a:cubicBezTo>
                  <a:pt x="129" y="170"/>
                  <a:pt x="129" y="170"/>
                  <a:pt x="129" y="170"/>
                </a:cubicBezTo>
                <a:cubicBezTo>
                  <a:pt x="123" y="170"/>
                  <a:pt x="118" y="166"/>
                  <a:pt x="118" y="160"/>
                </a:cubicBezTo>
                <a:cubicBezTo>
                  <a:pt x="118" y="154"/>
                  <a:pt x="123" y="149"/>
                  <a:pt x="129" y="149"/>
                </a:cubicBezTo>
                <a:cubicBezTo>
                  <a:pt x="299" y="149"/>
                  <a:pt x="299" y="149"/>
                  <a:pt x="299" y="149"/>
                </a:cubicBezTo>
                <a:cubicBezTo>
                  <a:pt x="299" y="21"/>
                  <a:pt x="299" y="21"/>
                  <a:pt x="299" y="21"/>
                </a:cubicBezTo>
                <a:cubicBezTo>
                  <a:pt x="75" y="21"/>
                  <a:pt x="75" y="21"/>
                  <a:pt x="75" y="21"/>
                </a:cubicBezTo>
                <a:cubicBezTo>
                  <a:pt x="75" y="32"/>
                  <a:pt x="75" y="32"/>
                  <a:pt x="75" y="32"/>
                </a:cubicBezTo>
                <a:cubicBezTo>
                  <a:pt x="75" y="38"/>
                  <a:pt x="71" y="42"/>
                  <a:pt x="65" y="42"/>
                </a:cubicBezTo>
                <a:cubicBezTo>
                  <a:pt x="59" y="42"/>
                  <a:pt x="54" y="38"/>
                  <a:pt x="54" y="32"/>
                </a:cubicBezTo>
                <a:cubicBezTo>
                  <a:pt x="54" y="10"/>
                  <a:pt x="54" y="10"/>
                  <a:pt x="54" y="10"/>
                </a:cubicBezTo>
                <a:cubicBezTo>
                  <a:pt x="54" y="4"/>
                  <a:pt x="59" y="0"/>
                  <a:pt x="65" y="0"/>
                </a:cubicBezTo>
                <a:cubicBezTo>
                  <a:pt x="310" y="0"/>
                  <a:pt x="310" y="0"/>
                  <a:pt x="310" y="0"/>
                </a:cubicBezTo>
                <a:cubicBezTo>
                  <a:pt x="316" y="0"/>
                  <a:pt x="321" y="4"/>
                  <a:pt x="321" y="10"/>
                </a:cubicBezTo>
                <a:close/>
                <a:moveTo>
                  <a:pt x="103" y="195"/>
                </a:moveTo>
                <a:cubicBezTo>
                  <a:pt x="98" y="194"/>
                  <a:pt x="92" y="193"/>
                  <a:pt x="90" y="193"/>
                </a:cubicBezTo>
                <a:cubicBezTo>
                  <a:pt x="88" y="191"/>
                  <a:pt x="84" y="180"/>
                  <a:pt x="85" y="176"/>
                </a:cubicBezTo>
                <a:cubicBezTo>
                  <a:pt x="91" y="166"/>
                  <a:pt x="98" y="150"/>
                  <a:pt x="101" y="136"/>
                </a:cubicBezTo>
                <a:cubicBezTo>
                  <a:pt x="108" y="110"/>
                  <a:pt x="105" y="90"/>
                  <a:pt x="94" y="77"/>
                </a:cubicBezTo>
                <a:cubicBezTo>
                  <a:pt x="80" y="59"/>
                  <a:pt x="58" y="58"/>
                  <a:pt x="54" y="58"/>
                </a:cubicBezTo>
                <a:cubicBezTo>
                  <a:pt x="54" y="58"/>
                  <a:pt x="54" y="58"/>
                  <a:pt x="54" y="58"/>
                </a:cubicBezTo>
                <a:cubicBezTo>
                  <a:pt x="54" y="58"/>
                  <a:pt x="54" y="58"/>
                  <a:pt x="54" y="58"/>
                </a:cubicBezTo>
                <a:cubicBezTo>
                  <a:pt x="54" y="58"/>
                  <a:pt x="54" y="58"/>
                  <a:pt x="54" y="58"/>
                </a:cubicBezTo>
                <a:cubicBezTo>
                  <a:pt x="54" y="58"/>
                  <a:pt x="54" y="58"/>
                  <a:pt x="54" y="58"/>
                </a:cubicBezTo>
                <a:cubicBezTo>
                  <a:pt x="51" y="58"/>
                  <a:pt x="28" y="59"/>
                  <a:pt x="14" y="77"/>
                </a:cubicBezTo>
                <a:cubicBezTo>
                  <a:pt x="3" y="90"/>
                  <a:pt x="0" y="110"/>
                  <a:pt x="6" y="136"/>
                </a:cubicBezTo>
                <a:cubicBezTo>
                  <a:pt x="10" y="150"/>
                  <a:pt x="17" y="166"/>
                  <a:pt x="23" y="176"/>
                </a:cubicBezTo>
                <a:cubicBezTo>
                  <a:pt x="24" y="180"/>
                  <a:pt x="20" y="191"/>
                  <a:pt x="18" y="192"/>
                </a:cubicBezTo>
                <a:cubicBezTo>
                  <a:pt x="13" y="194"/>
                  <a:pt x="10" y="201"/>
                  <a:pt x="12" y="206"/>
                </a:cubicBezTo>
                <a:cubicBezTo>
                  <a:pt x="14" y="210"/>
                  <a:pt x="18" y="213"/>
                  <a:pt x="22" y="213"/>
                </a:cubicBezTo>
                <a:cubicBezTo>
                  <a:pt x="23" y="213"/>
                  <a:pt x="25" y="213"/>
                  <a:pt x="26" y="212"/>
                </a:cubicBezTo>
                <a:cubicBezTo>
                  <a:pt x="36" y="209"/>
                  <a:pt x="40" y="197"/>
                  <a:pt x="42" y="190"/>
                </a:cubicBezTo>
                <a:cubicBezTo>
                  <a:pt x="44" y="184"/>
                  <a:pt x="47" y="172"/>
                  <a:pt x="41" y="164"/>
                </a:cubicBezTo>
                <a:cubicBezTo>
                  <a:pt x="36" y="157"/>
                  <a:pt x="30" y="142"/>
                  <a:pt x="27" y="131"/>
                </a:cubicBezTo>
                <a:cubicBezTo>
                  <a:pt x="23" y="112"/>
                  <a:pt x="24" y="99"/>
                  <a:pt x="30" y="90"/>
                </a:cubicBezTo>
                <a:cubicBezTo>
                  <a:pt x="39" y="80"/>
                  <a:pt x="53" y="80"/>
                  <a:pt x="54" y="80"/>
                </a:cubicBezTo>
                <a:cubicBezTo>
                  <a:pt x="54" y="80"/>
                  <a:pt x="54" y="80"/>
                  <a:pt x="54" y="80"/>
                </a:cubicBezTo>
                <a:cubicBezTo>
                  <a:pt x="54" y="80"/>
                  <a:pt x="54" y="80"/>
                  <a:pt x="54" y="80"/>
                </a:cubicBezTo>
                <a:cubicBezTo>
                  <a:pt x="54" y="80"/>
                  <a:pt x="69" y="80"/>
                  <a:pt x="77" y="90"/>
                </a:cubicBezTo>
                <a:cubicBezTo>
                  <a:pt x="84" y="98"/>
                  <a:pt x="85" y="112"/>
                  <a:pt x="81" y="131"/>
                </a:cubicBezTo>
                <a:cubicBezTo>
                  <a:pt x="78" y="142"/>
                  <a:pt x="72" y="157"/>
                  <a:pt x="66" y="164"/>
                </a:cubicBezTo>
                <a:cubicBezTo>
                  <a:pt x="61" y="172"/>
                  <a:pt x="64" y="183"/>
                  <a:pt x="65" y="190"/>
                </a:cubicBezTo>
                <a:cubicBezTo>
                  <a:pt x="67" y="197"/>
                  <a:pt x="72" y="209"/>
                  <a:pt x="82" y="212"/>
                </a:cubicBezTo>
                <a:cubicBezTo>
                  <a:pt x="86" y="214"/>
                  <a:pt x="92" y="215"/>
                  <a:pt x="99" y="216"/>
                </a:cubicBezTo>
                <a:cubicBezTo>
                  <a:pt x="105" y="217"/>
                  <a:pt x="118" y="219"/>
                  <a:pt x="121" y="222"/>
                </a:cubicBezTo>
                <a:cubicBezTo>
                  <a:pt x="123" y="223"/>
                  <a:pt x="126" y="224"/>
                  <a:pt x="128" y="224"/>
                </a:cubicBezTo>
                <a:cubicBezTo>
                  <a:pt x="131" y="224"/>
                  <a:pt x="134" y="223"/>
                  <a:pt x="136" y="221"/>
                </a:cubicBezTo>
                <a:cubicBezTo>
                  <a:pt x="140" y="216"/>
                  <a:pt x="140" y="210"/>
                  <a:pt x="135" y="206"/>
                </a:cubicBezTo>
                <a:cubicBezTo>
                  <a:pt x="128" y="199"/>
                  <a:pt x="115" y="197"/>
                  <a:pt x="103" y="195"/>
                </a:cubicBezTo>
                <a:close/>
                <a:moveTo>
                  <a:pt x="139" y="74"/>
                </a:moveTo>
                <a:cubicBezTo>
                  <a:pt x="267" y="74"/>
                  <a:pt x="267" y="74"/>
                  <a:pt x="267" y="74"/>
                </a:cubicBezTo>
                <a:cubicBezTo>
                  <a:pt x="273" y="74"/>
                  <a:pt x="278" y="70"/>
                  <a:pt x="278" y="64"/>
                </a:cubicBezTo>
                <a:cubicBezTo>
                  <a:pt x="278" y="58"/>
                  <a:pt x="273" y="53"/>
                  <a:pt x="267" y="53"/>
                </a:cubicBezTo>
                <a:cubicBezTo>
                  <a:pt x="139" y="53"/>
                  <a:pt x="139" y="53"/>
                  <a:pt x="139" y="53"/>
                </a:cubicBezTo>
                <a:cubicBezTo>
                  <a:pt x="133" y="53"/>
                  <a:pt x="129" y="58"/>
                  <a:pt x="129" y="64"/>
                </a:cubicBezTo>
                <a:cubicBezTo>
                  <a:pt x="129" y="70"/>
                  <a:pt x="133" y="74"/>
                  <a:pt x="139" y="74"/>
                </a:cubicBezTo>
                <a:close/>
                <a:moveTo>
                  <a:pt x="139" y="117"/>
                </a:moveTo>
                <a:cubicBezTo>
                  <a:pt x="267" y="117"/>
                  <a:pt x="267" y="117"/>
                  <a:pt x="267" y="117"/>
                </a:cubicBezTo>
                <a:cubicBezTo>
                  <a:pt x="273" y="117"/>
                  <a:pt x="278" y="112"/>
                  <a:pt x="278" y="106"/>
                </a:cubicBezTo>
                <a:cubicBezTo>
                  <a:pt x="278" y="100"/>
                  <a:pt x="273" y="96"/>
                  <a:pt x="267" y="96"/>
                </a:cubicBezTo>
                <a:cubicBezTo>
                  <a:pt x="139" y="96"/>
                  <a:pt x="139" y="96"/>
                  <a:pt x="139" y="96"/>
                </a:cubicBezTo>
                <a:cubicBezTo>
                  <a:pt x="133" y="96"/>
                  <a:pt x="129" y="100"/>
                  <a:pt x="129" y="106"/>
                </a:cubicBezTo>
                <a:cubicBezTo>
                  <a:pt x="129" y="112"/>
                  <a:pt x="133" y="117"/>
                  <a:pt x="139" y="11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83263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Aura Minerals">
      <a:dk1>
        <a:srgbClr val="333333"/>
      </a:dk1>
      <a:lt1>
        <a:sysClr val="window" lastClr="FFFFFF"/>
      </a:lt1>
      <a:dk2>
        <a:srgbClr val="666666"/>
      </a:dk2>
      <a:lt2>
        <a:srgbClr val="E7E6E6"/>
      </a:lt2>
      <a:accent1>
        <a:srgbClr val="2D3D70"/>
      </a:accent1>
      <a:accent2>
        <a:srgbClr val="F4614D"/>
      </a:accent2>
      <a:accent3>
        <a:srgbClr val="B0B7C1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ura Mineral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resentação1" id="{0D68AF68-A6C9-44E9-B58E-4338E1C52D3E}" vid="{C2F4FE72-0C5C-4B0D-8BC2-A623A9AD8F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dfc0e29-4296-4958-af52-163784b19383">
      <Terms xmlns="http://schemas.microsoft.com/office/infopath/2007/PartnerControls"/>
    </lcf76f155ced4ddcb4097134ff3c332f>
    <MediaLengthInSeconds xmlns="1dfc0e29-4296-4958-af52-163784b1938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3DD388927209409C3CFCBB7C88FA42" ma:contentTypeVersion="11" ma:contentTypeDescription="Create a new document." ma:contentTypeScope="" ma:versionID="a7446c7c2bdf6a47a8c1847a2a09a2f2">
  <xsd:schema xmlns:xsd="http://www.w3.org/2001/XMLSchema" xmlns:xs="http://www.w3.org/2001/XMLSchema" xmlns:p="http://schemas.microsoft.com/office/2006/metadata/properties" xmlns:ns2="1dfc0e29-4296-4958-af52-163784b19383" targetNamespace="http://schemas.microsoft.com/office/2006/metadata/properties" ma:root="true" ma:fieldsID="11faee609c6da4f2acd833de05b607a1" ns2:_="">
    <xsd:import namespace="1dfc0e29-4296-4958-af52-163784b193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fc0e29-4296-4958-af52-163784b193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97d53577-06e1-45c7-9147-bc24e59e74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C2B4B7-EAEC-42CA-B69B-AC6C59FCD1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872737-A326-428C-9EC8-FF84F9B05071}">
  <ds:schemaRefs>
    <ds:schemaRef ds:uri="1dfc0e29-4296-4958-af52-163784b19383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806E6E8-0700-4B7E-8AB0-88A19BA223BB}">
  <ds:schemaRefs>
    <ds:schemaRef ds:uri="1dfc0e29-4296-4958-af52-163784b193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ae1add0a-0ab6-4713-8a48-76beb70e12fd}" enabled="0" method="" siteId="{ae1add0a-0ab6-4713-8a48-76beb70e12f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REFORMULADO</Template>
  <TotalTime>108</TotalTime>
  <Words>327</Words>
  <Application>Microsoft Office PowerPoint</Application>
  <PresentationFormat>Panorámica</PresentationFormat>
  <Paragraphs>99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Montserrat</vt:lpstr>
      <vt:lpstr>Open Sans</vt:lpstr>
      <vt:lpstr>Wingdings 2</vt:lpstr>
      <vt:lpstr>Personalizar design</vt:lpstr>
      <vt:lpstr>Reclutamiento y Selección de Personal </vt:lpstr>
      <vt:lpstr>Procedimiento I</vt:lpstr>
      <vt:lpstr>Procedimiento II </vt:lpstr>
      <vt:lpstr>Contratación e Inducción </vt:lpstr>
      <vt:lpstr>Diagrama Inducción de Personal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Palloma Deyza Santos Abdias</dc:creator>
  <cp:lastModifiedBy>Vivian Patricia Figueroa Aldana</cp:lastModifiedBy>
  <cp:revision>3</cp:revision>
  <cp:lastPrinted>2025-04-03T12:50:06Z</cp:lastPrinted>
  <dcterms:created xsi:type="dcterms:W3CDTF">2025-03-27T16:22:10Z</dcterms:created>
  <dcterms:modified xsi:type="dcterms:W3CDTF">2026-07-10T18:11:03Z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GUID">
    <vt:lpwstr>9f65dd13-7661-4f5b-b802-01235924ca3f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SharedWithUsers">
    <vt:lpwstr/>
  </property>
  <property fmtid="{D5CDD505-2E9C-101B-9397-08002B2CF9AE}" pid="7" name="xd_Signature">
    <vt:lpwstr/>
  </property>
  <property fmtid="{D5CDD505-2E9C-101B-9397-08002B2CF9AE}" pid="8" name="ContentTypeId">
    <vt:lpwstr>0x010100D93DD388927209409C3CFCBB7C88FA42</vt:lpwstr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