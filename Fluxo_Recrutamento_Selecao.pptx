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16305C"/>
          </a:solidFill>
          <a:ln/>
        </p:spPr>
      </p:sp>
      <p:sp>
        <p:nvSpPr>
          <p:cNvPr id="3" name="Shape 1"/>
          <p:cNvSpPr/>
          <p:nvPr/>
        </p:nvSpPr>
        <p:spPr>
          <a:xfrm>
            <a:off x="4480560" y="0"/>
            <a:ext cx="109728" cy="685800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-1371600"/>
            <a:ext cx="2743200" cy="2743200"/>
          </a:xfrm>
          <a:prstGeom prst="ellipse">
            <a:avLst/>
          </a:prstGeom>
          <a:solidFill>
            <a:srgbClr val="1F4E9B"/>
          </a:solidFill>
          <a:ln/>
        </p:spPr>
      </p:sp>
      <p:sp>
        <p:nvSpPr>
          <p:cNvPr id="5" name="Shape 3"/>
          <p:cNvSpPr/>
          <p:nvPr/>
        </p:nvSpPr>
        <p:spPr>
          <a:xfrm>
            <a:off x="-914400" y="5212080"/>
            <a:ext cx="2194560" cy="2194560"/>
          </a:xfrm>
          <a:prstGeom prst="ellipse">
            <a:avLst/>
          </a:prstGeom>
          <a:solidFill>
            <a:srgbClr val="2E6CC4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1234440" y="2468880"/>
            <a:ext cx="1005840" cy="100584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2240280" y="2468880"/>
            <a:ext cx="1005840" cy="100584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240280" y="2468880"/>
            <a:ext cx="0" cy="201168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234440" y="3474720"/>
            <a:ext cx="2011680" cy="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34440" y="3474720"/>
            <a:ext cx="1005840" cy="100584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 flipH="1">
            <a:off x="2240280" y="3474720"/>
            <a:ext cx="1005840" cy="100584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2068830" y="2160270"/>
            <a:ext cx="342900" cy="342900"/>
          </a:xfrm>
          <a:prstGeom prst="ellipse">
            <a:avLst/>
          </a:prstGeom>
          <a:solidFill>
            <a:srgbClr val="F5B301"/>
          </a:solidFill>
          <a:ln/>
        </p:spPr>
      </p:sp>
      <p:sp>
        <p:nvSpPr>
          <p:cNvPr id="13" name="Shape 11"/>
          <p:cNvSpPr/>
          <p:nvPr/>
        </p:nvSpPr>
        <p:spPr>
          <a:xfrm>
            <a:off x="1931670" y="2480310"/>
            <a:ext cx="617220" cy="388620"/>
          </a:xfrm>
          <a:prstGeom prst="roundRect">
            <a:avLst>
              <a:gd name="adj" fmla="val 41176"/>
            </a:avLst>
          </a:prstGeom>
          <a:solidFill>
            <a:srgbClr val="F5B301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7280" y="3200400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7552" y="3456432"/>
            <a:ext cx="493776" cy="310896"/>
          </a:xfrm>
          <a:prstGeom prst="roundRect">
            <a:avLst>
              <a:gd name="adj" fmla="val 41176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3108960" y="3200400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2999232" y="3456432"/>
            <a:ext cx="493776" cy="310896"/>
          </a:xfrm>
          <a:prstGeom prst="roundRect">
            <a:avLst>
              <a:gd name="adj" fmla="val 41176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6262" y="4199382"/>
            <a:ext cx="288036" cy="288036"/>
          </a:xfrm>
          <a:prstGeom prst="ellipse">
            <a:avLst/>
          </a:prstGeom>
          <a:solidFill>
            <a:srgbClr val="2E6CC4"/>
          </a:solidFill>
          <a:ln/>
        </p:spPr>
      </p:sp>
      <p:sp>
        <p:nvSpPr>
          <p:cNvPr id="19" name="Shape 17"/>
          <p:cNvSpPr/>
          <p:nvPr/>
        </p:nvSpPr>
        <p:spPr>
          <a:xfrm>
            <a:off x="1981048" y="4468216"/>
            <a:ext cx="518465" cy="326441"/>
          </a:xfrm>
          <a:prstGeom prst="roundRect">
            <a:avLst>
              <a:gd name="adj" fmla="val 41176"/>
            </a:avLst>
          </a:prstGeom>
          <a:solidFill>
            <a:srgbClr val="2E6CC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HUMANOS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83480" y="2057400"/>
            <a:ext cx="667512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do Processo de</a:t>
            </a:r>
            <a:endParaRPr lang="en-US" sz="34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1F4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 e Seleção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>
            <a:off x="5029200" y="3886200"/>
            <a:ext cx="1554480" cy="54864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23" name="Text 21"/>
          <p:cNvSpPr/>
          <p:nvPr/>
        </p:nvSpPr>
        <p:spPr>
          <a:xfrm>
            <a:off x="4983480" y="406908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Etapas, aprovações, sistemas utilizados e pontos de decisão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83480" y="617220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executiva  ·  Processo de R&amp;S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630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Completo do Processo de Recrutamento e Seleção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595360" y="0"/>
            <a:ext cx="3291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 executivo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005840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05840"/>
            <a:ext cx="91440" cy="822960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24712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69848" y="1033272"/>
            <a:ext cx="2039112" cy="768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 de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Portal de Serviços (HUB RH)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 abertura da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· Centro de custo · Escopo · Contratação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1993392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1480" y="1993392"/>
            <a:ext cx="91440" cy="786384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12264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2112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" y="2020824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da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na Pandapé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Quintas-feiras · permanência de 7 dias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Vagas · Aura Comunica (sexta)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1480" y="2944368"/>
            <a:ext cx="27889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2944368"/>
            <a:ext cx="91440" cy="731520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63240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3063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9848" y="2971800"/>
            <a:ext cx="203911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de Currículos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técnica dos currículos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Compatibilidade com os requisitos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candidatos aderentes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1480" y="3840480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3840480"/>
            <a:ext cx="91440" cy="786384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959352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94360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69848" y="3867912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RH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comportamental · histórico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 · alinhamento cultural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Pretensão salarial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805940" y="1828800"/>
            <a:ext cx="0" cy="164592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805940" y="2779776"/>
            <a:ext cx="0" cy="164592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805940" y="3675888"/>
            <a:ext cx="0" cy="164592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805940" y="4626864"/>
            <a:ext cx="0" cy="64008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97280" y="4686300"/>
            <a:ext cx="1417320" cy="777240"/>
          </a:xfrm>
          <a:prstGeom prst="diamond">
            <a:avLst/>
          </a:prstGeom>
          <a:solidFill>
            <a:srgbClr val="F5B301"/>
          </a:solidFill>
          <a:ln w="12700">
            <a:solidFill>
              <a:srgbClr val="D99400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97280" y="46863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Aprovado?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3192" y="47823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H="1">
            <a:off x="640080" y="5074920"/>
            <a:ext cx="452628" cy="0"/>
          </a:xfrm>
          <a:prstGeom prst="line">
            <a:avLst/>
          </a:prstGeom>
          <a:noFill/>
          <a:ln w="19050">
            <a:solidFill>
              <a:srgbClr val="C0504D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1440" y="5349240"/>
            <a:ext cx="1417320" cy="384048"/>
          </a:xfrm>
          <a:prstGeom prst="roundRect">
            <a:avLst>
              <a:gd name="adj" fmla="val 28571"/>
            </a:avLst>
          </a:prstGeom>
          <a:solidFill>
            <a:srgbClr val="F4DAD8"/>
          </a:solidFill>
          <a:ln w="12700">
            <a:solidFill>
              <a:srgbClr val="C0504D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1440" y="5349240"/>
            <a:ext cx="1417320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Reprovado · processo encerrado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0080" y="5093208"/>
            <a:ext cx="155448" cy="256032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2189988" y="50566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611880" y="1005840"/>
            <a:ext cx="1874520" cy="402336"/>
          </a:xfrm>
          <a:prstGeom prst="roundRect">
            <a:avLst>
              <a:gd name="adj" fmla="val 22727"/>
            </a:avLst>
          </a:prstGeom>
          <a:solidFill>
            <a:srgbClr val="F5B301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611880" y="100584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Patrimonial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611880" y="1426464"/>
            <a:ext cx="187452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paralelo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11880" y="1755648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611880" y="1755648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de Forms</a:t>
            </a:r>
            <a:endParaRPr lang="en-US" sz="870" dirty="0"/>
          </a:p>
        </p:txBody>
      </p:sp>
      <p:sp>
        <p:nvSpPr>
          <p:cNvPr id="43" name="Shape 41"/>
          <p:cNvSpPr/>
          <p:nvPr/>
        </p:nvSpPr>
        <p:spPr>
          <a:xfrm>
            <a:off x="3611880" y="2340864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611880" y="2340864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Preenchimento pelo candidato</a:t>
            </a:r>
            <a:endParaRPr lang="en-US" sz="870" dirty="0"/>
          </a:p>
        </p:txBody>
      </p:sp>
      <p:sp>
        <p:nvSpPr>
          <p:cNvPr id="45" name="Shape 43"/>
          <p:cNvSpPr/>
          <p:nvPr/>
        </p:nvSpPr>
        <p:spPr>
          <a:xfrm>
            <a:off x="3611880" y="2926080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611880" y="2926080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patrimonial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4549140" y="1645920"/>
            <a:ext cx="0" cy="109728"/>
          </a:xfrm>
          <a:prstGeom prst="line">
            <a:avLst/>
          </a:prstGeom>
          <a:noFill/>
          <a:ln w="20320">
            <a:solidFill>
              <a:srgbClr val="D99400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549140" y="2176272"/>
            <a:ext cx="0" cy="164592"/>
          </a:xfrm>
          <a:prstGeom prst="line">
            <a:avLst/>
          </a:prstGeom>
          <a:noFill/>
          <a:ln w="20320">
            <a:solidFill>
              <a:srgbClr val="D99400"/>
            </a:solidFill>
            <a:prstDash val="solid"/>
            <a:headEnd type="none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549140" y="2761488"/>
            <a:ext cx="0" cy="164592"/>
          </a:xfrm>
          <a:prstGeom prst="line">
            <a:avLst/>
          </a:prstGeom>
          <a:noFill/>
          <a:ln w="20320">
            <a:solidFill>
              <a:srgbClr val="D99400"/>
            </a:solidFill>
            <a:prstDash val="solid"/>
            <a:headEnd type="none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4549140" y="3346704"/>
            <a:ext cx="0" cy="155448"/>
          </a:xfrm>
          <a:prstGeom prst="line">
            <a:avLst/>
          </a:prstGeom>
          <a:noFill/>
          <a:ln w="20320">
            <a:solidFill>
              <a:srgbClr val="D99400"/>
            </a:solidFill>
            <a:prstDash val="solid"/>
            <a:headEnd type="non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840480" y="3511296"/>
            <a:ext cx="1417320" cy="749808"/>
          </a:xfrm>
          <a:prstGeom prst="diamond">
            <a:avLst/>
          </a:prstGeom>
          <a:solidFill>
            <a:srgbClr val="DCE7F7"/>
          </a:solidFill>
          <a:ln w="12700">
            <a:solidFill>
              <a:srgbClr val="2E6CC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3840480" y="3511296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Aprovado?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091940" y="427024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549140" y="4261104"/>
            <a:ext cx="0" cy="192024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3611880" y="4453128"/>
            <a:ext cx="1874520" cy="384048"/>
          </a:xfrm>
          <a:prstGeom prst="roundRect">
            <a:avLst>
              <a:gd name="adj" fmla="val 28571"/>
            </a:avLst>
          </a:prstGeom>
          <a:solidFill>
            <a:srgbClr val="F4DAD8"/>
          </a:solidFill>
          <a:ln w="12700">
            <a:solidFill>
              <a:srgbClr val="C0504D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611880" y="4453128"/>
            <a:ext cx="1874520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Restrição · processo encerrado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519172" y="5074920"/>
            <a:ext cx="882396" cy="0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none"/>
          </a:ln>
        </p:spPr>
      </p:sp>
      <p:sp>
        <p:nvSpPr>
          <p:cNvPr id="58" name="Shape 56"/>
          <p:cNvSpPr/>
          <p:nvPr/>
        </p:nvSpPr>
        <p:spPr>
          <a:xfrm flipV="1">
            <a:off x="3401568" y="1207008"/>
            <a:ext cx="0" cy="3867912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3401568" y="1207008"/>
            <a:ext cx="210312" cy="0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60" name="Text 58"/>
          <p:cNvSpPr/>
          <p:nvPr/>
        </p:nvSpPr>
        <p:spPr>
          <a:xfrm>
            <a:off x="5097780" y="36118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806440" y="1005840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806440" y="1005840"/>
            <a:ext cx="91440" cy="786384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63" name="Shape 61"/>
          <p:cNvSpPr/>
          <p:nvPr/>
        </p:nvSpPr>
        <p:spPr>
          <a:xfrm>
            <a:off x="5989320" y="1124712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5989320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464808" y="1033272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com Gestor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técnico · experiência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Competências · fit com a equipe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5262372" y="3886200"/>
            <a:ext cx="333756" cy="0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none"/>
          </a:ln>
        </p:spPr>
      </p:sp>
      <p:sp>
        <p:nvSpPr>
          <p:cNvPr id="67" name="Shape 65"/>
          <p:cNvSpPr/>
          <p:nvPr/>
        </p:nvSpPr>
        <p:spPr>
          <a:xfrm flipV="1">
            <a:off x="5596128" y="1399032"/>
            <a:ext cx="0" cy="2487168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5596128" y="1399032"/>
            <a:ext cx="210312" cy="0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200900" y="1792224"/>
            <a:ext cx="0" cy="164592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6423660" y="1956816"/>
            <a:ext cx="1554480" cy="749808"/>
          </a:xfrm>
          <a:prstGeom prst="diamond">
            <a:avLst/>
          </a:prstGeom>
          <a:solidFill>
            <a:srgbClr val="F5B301"/>
          </a:solidFill>
          <a:ln w="12700">
            <a:solidFill>
              <a:srgbClr val="D99400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6423660" y="195681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Finalista?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240780" y="23134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 flipH="1">
            <a:off x="5742432" y="2331720"/>
            <a:ext cx="681228" cy="0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none"/>
          </a:ln>
        </p:spPr>
      </p:sp>
      <p:sp>
        <p:nvSpPr>
          <p:cNvPr id="74" name="Shape 72"/>
          <p:cNvSpPr/>
          <p:nvPr/>
        </p:nvSpPr>
        <p:spPr>
          <a:xfrm>
            <a:off x="5742432" y="2331720"/>
            <a:ext cx="0" cy="3685032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5742432" y="6016752"/>
            <a:ext cx="310896" cy="0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6053328" y="5760720"/>
            <a:ext cx="2542032" cy="512064"/>
          </a:xfrm>
          <a:prstGeom prst="roundRect">
            <a:avLst>
              <a:gd name="adj" fmla="val 17857"/>
            </a:avLst>
          </a:prstGeom>
          <a:solidFill>
            <a:srgbClr val="F4DAD8"/>
          </a:solidFill>
          <a:ln w="12700">
            <a:solidFill>
              <a:srgbClr val="C0504D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6053328" y="5760720"/>
            <a:ext cx="2542032" cy="5120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finalista  →  retorna à nova triagem ou nova publicação da vaga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292340" y="27157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806440" y="2944368"/>
            <a:ext cx="27889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5806440" y="2944368"/>
            <a:ext cx="91440" cy="731520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81" name="Shape 79"/>
          <p:cNvSpPr/>
          <p:nvPr/>
        </p:nvSpPr>
        <p:spPr>
          <a:xfrm>
            <a:off x="5989320" y="3063240"/>
            <a:ext cx="402336" cy="402336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2" name="Text 80"/>
          <p:cNvSpPr/>
          <p:nvPr/>
        </p:nvSpPr>
        <p:spPr>
          <a:xfrm>
            <a:off x="5989320" y="3063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83" name="Text 81"/>
          <p:cNvSpPr/>
          <p:nvPr/>
        </p:nvSpPr>
        <p:spPr>
          <a:xfrm>
            <a:off x="6464808" y="2971800"/>
            <a:ext cx="203911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Proposta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RH Custos  ·  Aprovação Gestor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da oferta ao candidato</a:t>
            </a:r>
            <a:endParaRPr lang="en-US" sz="1150" dirty="0"/>
          </a:p>
        </p:txBody>
      </p:sp>
      <p:sp>
        <p:nvSpPr>
          <p:cNvPr id="84" name="Shape 82"/>
          <p:cNvSpPr/>
          <p:nvPr/>
        </p:nvSpPr>
        <p:spPr>
          <a:xfrm>
            <a:off x="7200900" y="2706624"/>
            <a:ext cx="0" cy="237744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5806440" y="3822192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5806440" y="3822192"/>
            <a:ext cx="91440" cy="786384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9320" y="3941064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8932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89" name="Text 87"/>
          <p:cNvSpPr/>
          <p:nvPr/>
        </p:nvSpPr>
        <p:spPr>
          <a:xfrm>
            <a:off x="6464808" y="3849624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&amp; Assinatura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por e-mail da proposta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eletrônica via GOV.BR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Aceite do candidato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7200900" y="3675888"/>
            <a:ext cx="0" cy="146304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5806440" y="4773168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EAF5EC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5806440" y="4773168"/>
            <a:ext cx="91440" cy="8229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3" name="Shape 91"/>
          <p:cNvSpPr/>
          <p:nvPr/>
        </p:nvSpPr>
        <p:spPr>
          <a:xfrm>
            <a:off x="5989320" y="4892040"/>
            <a:ext cx="402336" cy="402336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598932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6464808" y="4800600"/>
            <a:ext cx="2039112" cy="768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Concluída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 novo colaborador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à equipe e à empresa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7200900" y="4608576"/>
            <a:ext cx="0" cy="164592"/>
          </a:xfrm>
          <a:prstGeom prst="line">
            <a:avLst/>
          </a:prstGeom>
          <a:noFill/>
          <a:ln w="2286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8887968" y="1005840"/>
            <a:ext cx="303580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8887968" y="1005840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1F4E9B"/>
          </a:solidFill>
          <a:ln/>
        </p:spPr>
      </p:sp>
      <p:sp>
        <p:nvSpPr>
          <p:cNvPr id="99" name="Shape 97"/>
          <p:cNvSpPr/>
          <p:nvPr/>
        </p:nvSpPr>
        <p:spPr>
          <a:xfrm>
            <a:off x="8887968" y="1207008"/>
            <a:ext cx="3035808" cy="182880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00" name="Shape 98"/>
          <p:cNvSpPr/>
          <p:nvPr/>
        </p:nvSpPr>
        <p:spPr>
          <a:xfrm>
            <a:off x="8887968" y="1005840"/>
            <a:ext cx="73152" cy="36576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101" name="Text 99"/>
          <p:cNvSpPr/>
          <p:nvPr/>
        </p:nvSpPr>
        <p:spPr>
          <a:xfrm>
            <a:off x="8933688" y="1005840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UTILIZADOS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9015984" y="1444752"/>
            <a:ext cx="28163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Portal de Serviços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Teams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Outlook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Pandapé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Microsoft Forms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GOV.BR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Aura Comunica</a:t>
            </a:r>
            <a:endParaRPr lang="en-US" sz="840" dirty="0"/>
          </a:p>
        </p:txBody>
      </p:sp>
      <p:sp>
        <p:nvSpPr>
          <p:cNvPr id="103" name="Shape 101"/>
          <p:cNvSpPr/>
          <p:nvPr/>
        </p:nvSpPr>
        <p:spPr>
          <a:xfrm>
            <a:off x="8887968" y="2962656"/>
            <a:ext cx="303580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8887968" y="2962656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1F4E9B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887968" y="3163824"/>
            <a:ext cx="3035808" cy="182880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887968" y="2962656"/>
            <a:ext cx="73152" cy="36576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107" name="Text 105"/>
          <p:cNvSpPr/>
          <p:nvPr/>
        </p:nvSpPr>
        <p:spPr>
          <a:xfrm>
            <a:off x="8933688" y="2962656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DECISÃO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9015984" y="3401568"/>
            <a:ext cx="2816352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da Requisição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RH Custos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Entrevista RH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Triagem Patrimonial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Gestor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Aceite da Proposta</a:t>
            </a:r>
            <a:endParaRPr lang="en-US" sz="840" dirty="0"/>
          </a:p>
        </p:txBody>
      </p:sp>
      <p:sp>
        <p:nvSpPr>
          <p:cNvPr id="109" name="Shape 107"/>
          <p:cNvSpPr/>
          <p:nvPr/>
        </p:nvSpPr>
        <p:spPr>
          <a:xfrm>
            <a:off x="8887968" y="4791456"/>
            <a:ext cx="3035808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10" name="Shape 108"/>
          <p:cNvSpPr/>
          <p:nvPr/>
        </p:nvSpPr>
        <p:spPr>
          <a:xfrm>
            <a:off x="8887968" y="4791456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C0504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887968" y="4992624"/>
            <a:ext cx="3035808" cy="182880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887968" y="4791456"/>
            <a:ext cx="73152" cy="36576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113" name="Text 111"/>
          <p:cNvSpPr/>
          <p:nvPr/>
        </p:nvSpPr>
        <p:spPr>
          <a:xfrm>
            <a:off x="8933688" y="4791456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POSSÍVEIS ENCERRAMENTOS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9015984" y="5230368"/>
            <a:ext cx="2816352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Reprovação na Entrevista RH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Restrição na Triagem Patrimonial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Reprovação pelo Gestor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Recusa da Proposta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Reabertura da vaga</a:t>
            </a:r>
            <a:endParaRPr lang="en-US" sz="840" dirty="0"/>
          </a:p>
        </p:txBody>
      </p:sp>
      <p:sp>
        <p:nvSpPr>
          <p:cNvPr id="115" name="Text 113"/>
          <p:cNvSpPr/>
          <p:nvPr/>
        </p:nvSpPr>
        <p:spPr>
          <a:xfrm>
            <a:off x="411480" y="6455664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Legenda: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134416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1F4E9B"/>
          </a:solidFill>
          <a:ln/>
        </p:spPr>
      </p:sp>
      <p:sp>
        <p:nvSpPr>
          <p:cNvPr id="117" name="Text 115"/>
          <p:cNvSpPr/>
          <p:nvPr/>
        </p:nvSpPr>
        <p:spPr>
          <a:xfrm>
            <a:off x="162763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3127248" y="6510528"/>
            <a:ext cx="237744" cy="201168"/>
          </a:xfrm>
          <a:prstGeom prst="diamond">
            <a:avLst/>
          </a:prstGeom>
          <a:solidFill>
            <a:srgbClr val="F5B301"/>
          </a:solidFill>
          <a:ln/>
        </p:spPr>
      </p:sp>
      <p:sp>
        <p:nvSpPr>
          <p:cNvPr id="119" name="Text 117"/>
          <p:cNvSpPr/>
          <p:nvPr/>
        </p:nvSpPr>
        <p:spPr>
          <a:xfrm>
            <a:off x="341071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491032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F4DAD8"/>
          </a:solidFill>
          <a:ln/>
        </p:spPr>
      </p:sp>
      <p:sp>
        <p:nvSpPr>
          <p:cNvPr id="121" name="Text 119"/>
          <p:cNvSpPr/>
          <p:nvPr/>
        </p:nvSpPr>
        <p:spPr>
          <a:xfrm>
            <a:off x="519379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678484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EAF5EC"/>
          </a:solidFill>
          <a:ln/>
        </p:spPr>
      </p:sp>
      <p:sp>
        <p:nvSpPr>
          <p:cNvPr id="123" name="Text 121"/>
          <p:cNvSpPr/>
          <p:nvPr/>
        </p:nvSpPr>
        <p:spPr>
          <a:xfrm>
            <a:off x="706831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630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686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do Processo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— 8 etapas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8680" y="3493008"/>
            <a:ext cx="10469880" cy="54864"/>
          </a:xfrm>
          <a:prstGeom prst="rect">
            <a:avLst/>
          </a:prstGeom>
          <a:solidFill>
            <a:srgbClr val="D7DCE4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68680" y="3017520"/>
            <a:ext cx="0" cy="182880"/>
          </a:xfrm>
          <a:prstGeom prst="line">
            <a:avLst/>
          </a:prstGeom>
          <a:noFill/>
          <a:ln w="17780">
            <a:solidFill>
              <a:srgbClr val="1F4E9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19456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19456" y="1810512"/>
            <a:ext cx="1298448" cy="82296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da vaga pelo gestor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" y="3264408"/>
            <a:ext cx="512064" cy="512064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364377" y="3840480"/>
            <a:ext cx="0" cy="182880"/>
          </a:xfrm>
          <a:prstGeom prst="line">
            <a:avLst/>
          </a:prstGeom>
          <a:noFill/>
          <a:ln w="17780">
            <a:solidFill>
              <a:srgbClr val="D99400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715153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715153" y="4023360"/>
            <a:ext cx="1298448" cy="82296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16" name="Text 14"/>
          <p:cNvSpPr/>
          <p:nvPr/>
        </p:nvSpPr>
        <p:spPr>
          <a:xfrm>
            <a:off x="1770017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na Pandapé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108345" y="3264408"/>
            <a:ext cx="512064" cy="512064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108345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 flipV="1">
            <a:off x="3860074" y="3017520"/>
            <a:ext cx="0" cy="182880"/>
          </a:xfrm>
          <a:prstGeom prst="line">
            <a:avLst/>
          </a:prstGeom>
          <a:noFill/>
          <a:ln w="17780">
            <a:solidFill>
              <a:srgbClr val="1F4E9B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3210850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10850" y="1810512"/>
            <a:ext cx="1298448" cy="82296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22" name="Text 20"/>
          <p:cNvSpPr/>
          <p:nvPr/>
        </p:nvSpPr>
        <p:spPr>
          <a:xfrm>
            <a:off x="3265714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currículos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04042" y="3264408"/>
            <a:ext cx="512064" cy="512064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04042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355771" y="3840480"/>
            <a:ext cx="0" cy="182880"/>
          </a:xfrm>
          <a:prstGeom prst="line">
            <a:avLst/>
          </a:prstGeom>
          <a:noFill/>
          <a:ln w="17780">
            <a:solidFill>
              <a:srgbClr val="D99400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4706547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6547" y="4023360"/>
            <a:ext cx="1298448" cy="82296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28" name="Text 26"/>
          <p:cNvSpPr/>
          <p:nvPr/>
        </p:nvSpPr>
        <p:spPr>
          <a:xfrm>
            <a:off x="4761411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e gestor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99739" y="3264408"/>
            <a:ext cx="512064" cy="512064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099739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 flipV="1">
            <a:off x="6851469" y="3017520"/>
            <a:ext cx="0" cy="182880"/>
          </a:xfrm>
          <a:prstGeom prst="line">
            <a:avLst/>
          </a:prstGeom>
          <a:noFill/>
          <a:ln w="17780">
            <a:solidFill>
              <a:srgbClr val="1F4E9B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202245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202245" y="1810512"/>
            <a:ext cx="1298448" cy="82296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34" name="Text 32"/>
          <p:cNvSpPr/>
          <p:nvPr/>
        </p:nvSpPr>
        <p:spPr>
          <a:xfrm>
            <a:off x="6257109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e validações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95437" y="3264408"/>
            <a:ext cx="512064" cy="512064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95437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347166" y="3840480"/>
            <a:ext cx="0" cy="182880"/>
          </a:xfrm>
          <a:prstGeom prst="line">
            <a:avLst/>
          </a:prstGeom>
          <a:noFill/>
          <a:ln w="17780">
            <a:solidFill>
              <a:srgbClr val="D99400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7697942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697942" y="4023360"/>
            <a:ext cx="1298448" cy="82296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40" name="Text 38"/>
          <p:cNvSpPr/>
          <p:nvPr/>
        </p:nvSpPr>
        <p:spPr>
          <a:xfrm>
            <a:off x="7752806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e negociação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91134" y="3264408"/>
            <a:ext cx="512064" cy="512064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091134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 flipV="1">
            <a:off x="9842863" y="3017520"/>
            <a:ext cx="0" cy="182880"/>
          </a:xfrm>
          <a:prstGeom prst="line">
            <a:avLst/>
          </a:prstGeom>
          <a:noFill/>
          <a:ln w="17780">
            <a:solidFill>
              <a:srgbClr val="1F4E9B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193639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93639" y="1810512"/>
            <a:ext cx="1298448" cy="82296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503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via GOV.BR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9586831" y="3264408"/>
            <a:ext cx="512064" cy="512064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586831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1338560" y="3840480"/>
            <a:ext cx="0" cy="182880"/>
          </a:xfrm>
          <a:prstGeom prst="line">
            <a:avLst/>
          </a:prstGeom>
          <a:noFill/>
          <a:ln w="17780">
            <a:solidFill>
              <a:srgbClr val="D99400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10689336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0689336" y="4023360"/>
            <a:ext cx="1298448" cy="82296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52" name="Text 50"/>
          <p:cNvSpPr/>
          <p:nvPr/>
        </p:nvSpPr>
        <p:spPr>
          <a:xfrm>
            <a:off x="10744200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do colaborador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1082528" y="3264408"/>
            <a:ext cx="512064" cy="512064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11082528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365760" y="534924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pedido à integração — um fluxo estruturado, auditável e orientado a decisões.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53507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53507" y="5806440"/>
            <a:ext cx="91440" cy="749808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58" name="Text 56"/>
          <p:cNvSpPr/>
          <p:nvPr/>
        </p:nvSpPr>
        <p:spPr>
          <a:xfrm>
            <a:off x="518099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4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59" name="Text 57"/>
          <p:cNvSpPr/>
          <p:nvPr/>
        </p:nvSpPr>
        <p:spPr>
          <a:xfrm>
            <a:off x="1286195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principais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313054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3313054" y="5806440"/>
            <a:ext cx="91440" cy="749808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62" name="Text 60"/>
          <p:cNvSpPr/>
          <p:nvPr/>
        </p:nvSpPr>
        <p:spPr>
          <a:xfrm>
            <a:off x="3477646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9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63" name="Text 61"/>
          <p:cNvSpPr/>
          <p:nvPr/>
        </p:nvSpPr>
        <p:spPr>
          <a:xfrm>
            <a:off x="4245742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decisão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272601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6272601" y="5806440"/>
            <a:ext cx="91440" cy="749808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66" name="Text 64"/>
          <p:cNvSpPr/>
          <p:nvPr/>
        </p:nvSpPr>
        <p:spPr>
          <a:xfrm>
            <a:off x="6437193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4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67" name="Text 65"/>
          <p:cNvSpPr/>
          <p:nvPr/>
        </p:nvSpPr>
        <p:spPr>
          <a:xfrm>
            <a:off x="7205289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integrados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232148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9232148" y="5806440"/>
            <a:ext cx="91440" cy="74980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0" name="Text 68"/>
          <p:cNvSpPr/>
          <p:nvPr/>
        </p:nvSpPr>
        <p:spPr>
          <a:xfrm>
            <a:off x="9396740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10164836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possíveis encerramentos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Fluxo do Processo de Recrutamento e Seleção</dc:title>
  <dc:subject>PptxGenJS Presentation</dc:subject>
  <dc:creator>Déborah Giovana de Andrade Gonçalves</dc:creator>
  <cp:lastModifiedBy>Déborah Giovana de Andrade Gonçalves</cp:lastModifiedBy>
  <cp:revision>1</cp:revision>
  <dcterms:created xsi:type="dcterms:W3CDTF">2026-07-02T11:41:57Z</dcterms:created>
  <dcterms:modified xsi:type="dcterms:W3CDTF">2026-07-02T11:41:57Z</dcterms:modified>
</cp:coreProperties>
</file>